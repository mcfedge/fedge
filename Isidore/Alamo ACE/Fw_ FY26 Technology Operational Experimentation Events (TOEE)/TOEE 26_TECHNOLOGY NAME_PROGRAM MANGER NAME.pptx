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09359218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0" autoAdjust="0"/>
    <p:restoredTop sz="94660"/>
  </p:normalViewPr>
  <p:slideViewPr>
    <p:cSldViewPr snapToGrid="0">
      <p:cViewPr varScale="1">
        <p:scale>
          <a:sx n="98" d="100"/>
          <a:sy n="98" d="100"/>
        </p:scale>
        <p:origin x="96" y="12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 image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flipH="1"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Accelerating tagline"/>
          <p:cNvSpPr txBox="1"/>
          <p:nvPr userDrawn="1"/>
        </p:nvSpPr>
        <p:spPr>
          <a:xfrm>
            <a:off x="5952565" y="5806440"/>
            <a:ext cx="5873675" cy="24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975" b="1" i="1">
                <a:solidFill>
                  <a:srgbClr val="0070C0"/>
                </a:solidFill>
                <a:effectLst/>
              </a:rPr>
              <a:t>ACCELERATING TO THE NAVY &amp; MARINE CORPS AFTER NEXT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0"/>
          </p:nvPr>
        </p:nvSpPr>
        <p:spPr>
          <a:xfrm>
            <a:off x="4165602" y="1905000"/>
            <a:ext cx="7600951" cy="3505200"/>
          </a:xfrm>
        </p:spPr>
        <p:txBody>
          <a:bodyPr/>
          <a:lstStyle>
            <a:lvl1pPr marL="0" indent="0" algn="r">
              <a:buNone/>
              <a:defRPr b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342869" indent="0" algn="r">
              <a:buNone/>
              <a:defRPr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defRPr>
            </a:lvl2pPr>
            <a:lvl3pPr marL="685739" indent="0" algn="r">
              <a:buNone/>
              <a:defRPr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defRPr>
            </a:lvl3pPr>
            <a:lvl4pPr marL="1028608" indent="0" algn="r">
              <a:buNone/>
              <a:defRPr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defRPr>
            </a:lvl4pPr>
            <a:lvl5pPr marL="1371478" indent="0" algn="r">
              <a:buNone/>
              <a:defRPr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0" y="-16724"/>
            <a:ext cx="12192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>
                <a:solidFill>
                  <a:srgbClr val="7030A0"/>
                </a:solidFill>
                <a:latin typeface="+mn-lt"/>
              </a:rPr>
              <a:t>CUI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10859" y="138048"/>
            <a:ext cx="2181141" cy="979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272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09601" y="1143000"/>
            <a:ext cx="6502400" cy="5181600"/>
          </a:xfrm>
        </p:spPr>
        <p:txBody>
          <a:bodyPr/>
          <a:lstStyle>
            <a:lvl1pPr algn="l">
              <a:defRPr sz="24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8327136" y="1905000"/>
            <a:ext cx="3255264" cy="3657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347200" y="6492879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fld id="{C048AFE0-C030-4AEB-A496-7DE826157CC3}" type="slidenum">
              <a:rPr lang="en-US" smtClean="0">
                <a:solidFill>
                  <a:prstClr val="white">
                    <a:lumMod val="50000"/>
                  </a:prstClr>
                </a:solidFill>
              </a:rPr>
              <a:pPr/>
              <a:t>‹#›</a:t>
            </a:fld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8709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0" y="0"/>
            <a:ext cx="6134100" cy="990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C048AFE0-C030-4AEB-A496-7DE826157CC3}" type="slidenum">
              <a:rPr lang="en-US" smtClean="0">
                <a:solidFill>
                  <a:prstClr val="white">
                    <a:lumMod val="50000"/>
                  </a:prstClr>
                </a:solidFill>
              </a:rPr>
              <a:pPr/>
              <a:t>‹#›</a:t>
            </a:fld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770EB34-4CD2-4DC7-9523-1354D7894834}"/>
              </a:ext>
            </a:extLst>
          </p:cNvPr>
          <p:cNvCxnSpPr>
            <a:cxnSpLocks/>
          </p:cNvCxnSpPr>
          <p:nvPr userDrawn="1"/>
        </p:nvCxnSpPr>
        <p:spPr>
          <a:xfrm>
            <a:off x="2182707" y="989584"/>
            <a:ext cx="8867095" cy="1016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8854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048AFE0-C030-4AEB-A496-7DE826157CC3}" type="slidenum">
              <a:rPr lang="en-US" smtClean="0">
                <a:solidFill>
                  <a:prstClr val="white">
                    <a:lumMod val="50000"/>
                  </a:prstClr>
                </a:solidFill>
              </a:rPr>
              <a:pPr/>
              <a:t>‹#›</a:t>
            </a:fld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6854399-4BF3-F772-A9EB-67E45F3A70DE}"/>
              </a:ext>
            </a:extLst>
          </p:cNvPr>
          <p:cNvCxnSpPr>
            <a:cxnSpLocks/>
          </p:cNvCxnSpPr>
          <p:nvPr userDrawn="1"/>
        </p:nvCxnSpPr>
        <p:spPr>
          <a:xfrm>
            <a:off x="2182707" y="989584"/>
            <a:ext cx="8867095" cy="1016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63747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048AFE0-C030-4AEB-A496-7DE826157CC3}" type="slidenum">
              <a:rPr lang="en-US" smtClean="0">
                <a:solidFill>
                  <a:prstClr val="white">
                    <a:lumMod val="50000"/>
                  </a:prstClr>
                </a:solidFill>
              </a:rPr>
              <a:pPr/>
              <a:t>‹#›</a:t>
            </a:fld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24CC143-9011-C591-7CCE-41E315B1B341}"/>
              </a:ext>
            </a:extLst>
          </p:cNvPr>
          <p:cNvCxnSpPr>
            <a:cxnSpLocks/>
          </p:cNvCxnSpPr>
          <p:nvPr userDrawn="1"/>
        </p:nvCxnSpPr>
        <p:spPr>
          <a:xfrm>
            <a:off x="2182707" y="989584"/>
            <a:ext cx="8867095" cy="1016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9995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 image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flipH="1"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Text Placeholder 11"/>
          <p:cNvSpPr>
            <a:spLocks noGrp="1"/>
          </p:cNvSpPr>
          <p:nvPr>
            <p:ph type="body" sz="quarter" idx="10"/>
          </p:nvPr>
        </p:nvSpPr>
        <p:spPr>
          <a:xfrm>
            <a:off x="4165601" y="1905000"/>
            <a:ext cx="7600951" cy="3505200"/>
          </a:xfrm>
        </p:spPr>
        <p:txBody>
          <a:bodyPr/>
          <a:lstStyle>
            <a:lvl1pPr marL="0" indent="0" algn="r">
              <a:buNone/>
              <a:defRPr b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457159" indent="0" algn="r">
              <a:buNone/>
              <a:defRPr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defRPr>
            </a:lvl2pPr>
            <a:lvl3pPr marL="914318" indent="0" algn="r">
              <a:buNone/>
              <a:defRPr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defRPr>
            </a:lvl3pPr>
            <a:lvl4pPr marL="1371477" indent="0" algn="r">
              <a:buNone/>
              <a:defRPr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defRPr>
            </a:lvl4pPr>
            <a:lvl5pPr marL="1828637" indent="0" algn="r">
              <a:buNone/>
              <a:defRPr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499119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379200" y="6481002"/>
            <a:ext cx="812800" cy="365125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C048AFE0-C030-4AEB-A496-7DE826157CC3}" type="slidenum">
              <a:rPr lang="en-US" smtClean="0">
                <a:solidFill>
                  <a:prstClr val="white">
                    <a:lumMod val="50000"/>
                  </a:prstClr>
                </a:solidFill>
              </a:rPr>
              <a:pPr/>
              <a:t>‹#›</a:t>
            </a:fld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5" name="Footer Placeholder 4"/>
          <p:cNvSpPr txBox="1">
            <a:spLocks/>
          </p:cNvSpPr>
          <p:nvPr userDrawn="1"/>
        </p:nvSpPr>
        <p:spPr>
          <a:xfrm>
            <a:off x="2540000" y="6481001"/>
            <a:ext cx="711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>
                <a:solidFill>
                  <a:schemeClr val="tx1"/>
                </a:solidFill>
              </a:rPr>
              <a:t>DISTRIBUTION D. Distribution authorized to Department of Defense and U.S. DoD contractors only (Critical Technology). Other request for this document shall be referred to ONR</a:t>
            </a:r>
            <a:r>
              <a:rPr lang="en-US" sz="1000" baseline="0">
                <a:solidFill>
                  <a:schemeClr val="tx1"/>
                </a:solidFill>
              </a:rPr>
              <a:t> Global</a:t>
            </a:r>
            <a:r>
              <a:rPr lang="en-US" sz="100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8" name="Line 19"/>
          <p:cNvSpPr>
            <a:spLocks noChangeShapeType="1"/>
          </p:cNvSpPr>
          <p:nvPr userDrawn="1"/>
        </p:nvSpPr>
        <p:spPr bwMode="auto">
          <a:xfrm rot="16200000" flipH="1">
            <a:off x="3390900" y="3695700"/>
            <a:ext cx="5410200" cy="0"/>
          </a:xfrm>
          <a:prstGeom prst="line">
            <a:avLst/>
          </a:prstGeom>
          <a:noFill/>
          <a:ln w="38100">
            <a:solidFill>
              <a:srgbClr val="08297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80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Line 20"/>
          <p:cNvSpPr>
            <a:spLocks noChangeShapeType="1"/>
          </p:cNvSpPr>
          <p:nvPr userDrawn="1"/>
        </p:nvSpPr>
        <p:spPr bwMode="auto">
          <a:xfrm rot="16200000" flipV="1">
            <a:off x="5994401" y="-1855142"/>
            <a:ext cx="0" cy="11480800"/>
          </a:xfrm>
          <a:prstGeom prst="line">
            <a:avLst/>
          </a:prstGeom>
          <a:noFill/>
          <a:ln w="38100">
            <a:solidFill>
              <a:srgbClr val="08297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80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4A9901-07BD-993A-9818-D117B0E7BC56}"/>
              </a:ext>
            </a:extLst>
          </p:cNvPr>
          <p:cNvCxnSpPr>
            <a:cxnSpLocks/>
          </p:cNvCxnSpPr>
          <p:nvPr userDrawn="1"/>
        </p:nvCxnSpPr>
        <p:spPr>
          <a:xfrm>
            <a:off x="2182707" y="989584"/>
            <a:ext cx="8867095" cy="1016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4398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 image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flipH="1"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Accelerating tagline"/>
          <p:cNvSpPr txBox="1"/>
          <p:nvPr userDrawn="1"/>
        </p:nvSpPr>
        <p:spPr>
          <a:xfrm>
            <a:off x="5952565" y="5806440"/>
            <a:ext cx="5873675" cy="24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975" b="1" i="1">
                <a:solidFill>
                  <a:srgbClr val="0070C0"/>
                </a:solidFill>
                <a:effectLst/>
              </a:rPr>
              <a:t>ACCELERATING TO THE NAVY &amp; MARINE CORPS AFTER NEXT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0"/>
          </p:nvPr>
        </p:nvSpPr>
        <p:spPr>
          <a:xfrm>
            <a:off x="4165602" y="1905000"/>
            <a:ext cx="7600951" cy="3505200"/>
          </a:xfrm>
        </p:spPr>
        <p:txBody>
          <a:bodyPr/>
          <a:lstStyle>
            <a:lvl1pPr marL="0" indent="0" algn="r">
              <a:buNone/>
              <a:defRPr b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342869" indent="0" algn="r">
              <a:buNone/>
              <a:defRPr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defRPr>
            </a:lvl2pPr>
            <a:lvl3pPr marL="685739" indent="0" algn="r">
              <a:buNone/>
              <a:defRPr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defRPr>
            </a:lvl3pPr>
            <a:lvl4pPr marL="1028608" indent="0" algn="r">
              <a:buNone/>
              <a:defRPr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defRPr>
            </a:lvl4pPr>
            <a:lvl5pPr marL="1371478" indent="0" algn="r">
              <a:buNone/>
              <a:defRPr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0" y="-16724"/>
            <a:ext cx="12192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>
                <a:solidFill>
                  <a:srgbClr val="7030A0"/>
                </a:solidFill>
                <a:latin typeface="+mn-lt"/>
              </a:rPr>
              <a:t>CUI//DISTRO D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10859" y="138048"/>
            <a:ext cx="2181141" cy="979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4054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379200" y="6481002"/>
            <a:ext cx="812800" cy="365125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C048AFE0-C030-4AEB-A496-7DE826157CC3}" type="slidenum">
              <a:rPr lang="en-US" smtClean="0">
                <a:solidFill>
                  <a:prstClr val="white">
                    <a:lumMod val="50000"/>
                  </a:prstClr>
                </a:solidFill>
              </a:rPr>
              <a:pPr/>
              <a:t>‹#›</a:t>
            </a:fld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5" name="Footer Placeholder 4"/>
          <p:cNvSpPr txBox="1">
            <a:spLocks/>
          </p:cNvSpPr>
          <p:nvPr userDrawn="1"/>
        </p:nvSpPr>
        <p:spPr>
          <a:xfrm>
            <a:off x="2540000" y="6481001"/>
            <a:ext cx="711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>
                <a:solidFill>
                  <a:schemeClr val="tx1"/>
                </a:solidFill>
              </a:rPr>
              <a:t>DISTRIBUTION D. Distribution authorized to Department of Defense and U.S. DoD contractors only (Critical Technology). Other request for this document shall be referred to ONR</a:t>
            </a:r>
            <a:r>
              <a:rPr lang="en-US" sz="1000" baseline="0">
                <a:solidFill>
                  <a:schemeClr val="tx1"/>
                </a:solidFill>
              </a:rPr>
              <a:t> Global</a:t>
            </a:r>
            <a:r>
              <a:rPr lang="en-US" sz="100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8" name="Line 19"/>
          <p:cNvSpPr>
            <a:spLocks noChangeShapeType="1"/>
          </p:cNvSpPr>
          <p:nvPr userDrawn="1"/>
        </p:nvSpPr>
        <p:spPr bwMode="auto">
          <a:xfrm rot="16200000" flipH="1">
            <a:off x="3390900" y="3695700"/>
            <a:ext cx="5410200" cy="0"/>
          </a:xfrm>
          <a:prstGeom prst="line">
            <a:avLst/>
          </a:prstGeom>
          <a:noFill/>
          <a:ln w="38100">
            <a:solidFill>
              <a:srgbClr val="08297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80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Line 20"/>
          <p:cNvSpPr>
            <a:spLocks noChangeShapeType="1"/>
          </p:cNvSpPr>
          <p:nvPr userDrawn="1"/>
        </p:nvSpPr>
        <p:spPr bwMode="auto">
          <a:xfrm rot="16200000" flipV="1">
            <a:off x="5994401" y="-1855142"/>
            <a:ext cx="0" cy="11480800"/>
          </a:xfrm>
          <a:prstGeom prst="line">
            <a:avLst/>
          </a:prstGeom>
          <a:noFill/>
          <a:ln w="38100">
            <a:solidFill>
              <a:srgbClr val="08297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80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96724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 image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4083" y="158580"/>
            <a:ext cx="3603024" cy="1213020"/>
          </a:xfrm>
          <a:prstGeom prst="rect">
            <a:avLst/>
          </a:prstGeom>
        </p:spPr>
      </p:pic>
      <p:sp>
        <p:nvSpPr>
          <p:cNvPr id="10" name="Accelerating tagline"/>
          <p:cNvSpPr txBox="1"/>
          <p:nvPr userDrawn="1"/>
        </p:nvSpPr>
        <p:spPr>
          <a:xfrm>
            <a:off x="5952565" y="5806440"/>
            <a:ext cx="5873675" cy="24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8578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975" b="1" i="1">
                <a:solidFill>
                  <a:srgbClr val="0070C0"/>
                </a:solidFill>
                <a:effectLst/>
              </a:rPr>
              <a:t>ACCELERATING TO THE NAVY &amp; MARINE CORPS AFTER NEXT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0"/>
          </p:nvPr>
        </p:nvSpPr>
        <p:spPr>
          <a:xfrm>
            <a:off x="4165605" y="1905000"/>
            <a:ext cx="7600951" cy="3505200"/>
          </a:xfrm>
        </p:spPr>
        <p:txBody>
          <a:bodyPr/>
          <a:lstStyle>
            <a:lvl1pPr marL="0" indent="0" algn="r">
              <a:buNone/>
              <a:defRPr b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342861" indent="0" algn="r">
              <a:buNone/>
              <a:defRPr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defRPr>
            </a:lvl2pPr>
            <a:lvl3pPr marL="685722" indent="0" algn="r">
              <a:buNone/>
              <a:defRPr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defRPr>
            </a:lvl3pPr>
            <a:lvl4pPr marL="1028582" indent="0" algn="r">
              <a:buNone/>
              <a:defRPr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defRPr>
            </a:lvl4pPr>
            <a:lvl5pPr marL="1371444" indent="0" algn="r">
              <a:buNone/>
              <a:defRPr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28352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5292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 image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flipH="1"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64083" y="158580"/>
            <a:ext cx="3603024" cy="1213020"/>
          </a:xfrm>
          <a:prstGeom prst="rect">
            <a:avLst/>
          </a:prstGeom>
        </p:spPr>
      </p:pic>
      <p:sp>
        <p:nvSpPr>
          <p:cNvPr id="12" name="Text Placeholder 11"/>
          <p:cNvSpPr>
            <a:spLocks noGrp="1"/>
          </p:cNvSpPr>
          <p:nvPr>
            <p:ph type="body" sz="quarter" idx="10"/>
          </p:nvPr>
        </p:nvSpPr>
        <p:spPr>
          <a:xfrm>
            <a:off x="4165603" y="1905000"/>
            <a:ext cx="7600951" cy="3505200"/>
          </a:xfrm>
        </p:spPr>
        <p:txBody>
          <a:bodyPr/>
          <a:lstStyle>
            <a:lvl1pPr marL="0" indent="0" algn="r">
              <a:buNone/>
              <a:defRPr b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457147" indent="0" algn="r">
              <a:buNone/>
              <a:defRPr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defRPr>
            </a:lvl2pPr>
            <a:lvl3pPr marL="914296" indent="0" algn="r">
              <a:buNone/>
              <a:defRPr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defRPr>
            </a:lvl3pPr>
            <a:lvl4pPr marL="1371443" indent="0" algn="r">
              <a:buNone/>
              <a:defRPr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defRPr>
            </a:lvl4pPr>
            <a:lvl5pPr marL="1828592" indent="0" algn="r">
              <a:buNone/>
              <a:defRPr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563134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379200" y="6481006"/>
            <a:ext cx="812800" cy="365125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C048AFE0-C030-4AEB-A496-7DE826157CC3}" type="slidenum">
              <a:rPr lang="en-US" smtClean="0">
                <a:solidFill>
                  <a:prstClr val="white">
                    <a:lumMod val="50000"/>
                  </a:prstClr>
                </a:solidFill>
              </a:rPr>
              <a:pPr/>
              <a:t>‹#›</a:t>
            </a:fld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5" name="Footer Placeholder 4"/>
          <p:cNvSpPr txBox="1">
            <a:spLocks/>
          </p:cNvSpPr>
          <p:nvPr userDrawn="1"/>
        </p:nvSpPr>
        <p:spPr>
          <a:xfrm>
            <a:off x="2540000" y="6481005"/>
            <a:ext cx="711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>
                <a:solidFill>
                  <a:schemeClr val="tx1"/>
                </a:solidFill>
              </a:rPr>
              <a:t>DISTRIBUTION D. Distribution authorized to Department of Defense and U.S. DoD contractors only (Critical Technology). Other request for this document shall be referred to ONR</a:t>
            </a:r>
            <a:r>
              <a:rPr lang="en-US" sz="1000" baseline="0">
                <a:solidFill>
                  <a:schemeClr val="tx1"/>
                </a:solidFill>
              </a:rPr>
              <a:t> Global</a:t>
            </a:r>
            <a:r>
              <a:rPr lang="en-US" sz="100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8" name="Line 19"/>
          <p:cNvSpPr>
            <a:spLocks noChangeShapeType="1"/>
          </p:cNvSpPr>
          <p:nvPr userDrawn="1"/>
        </p:nvSpPr>
        <p:spPr bwMode="auto">
          <a:xfrm rot="16200000" flipH="1">
            <a:off x="3390900" y="3695700"/>
            <a:ext cx="5410200" cy="0"/>
          </a:xfrm>
          <a:prstGeom prst="line">
            <a:avLst/>
          </a:prstGeom>
          <a:noFill/>
          <a:ln w="38100">
            <a:solidFill>
              <a:srgbClr val="08297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Line 20"/>
          <p:cNvSpPr>
            <a:spLocks noChangeShapeType="1"/>
          </p:cNvSpPr>
          <p:nvPr userDrawn="1"/>
        </p:nvSpPr>
        <p:spPr bwMode="auto">
          <a:xfrm rot="16200000" flipV="1">
            <a:off x="5994401" y="-1855142"/>
            <a:ext cx="0" cy="11480800"/>
          </a:xfrm>
          <a:prstGeom prst="line">
            <a:avLst/>
          </a:prstGeom>
          <a:noFill/>
          <a:ln w="38100">
            <a:solidFill>
              <a:srgbClr val="08297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55249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09600" y="1600203"/>
            <a:ext cx="10972800" cy="4525963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0"/>
          </p:nvPr>
        </p:nvSpPr>
        <p:spPr>
          <a:xfrm>
            <a:off x="4165600" y="6481004"/>
            <a:ext cx="3860800" cy="3651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321430-9728-462F-A924-938A6AD51736}" type="slidenum">
              <a:rPr lang="en-US">
                <a:solidFill>
                  <a:prstClr val="white">
                    <a:lumMod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15831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EB8D7-3B45-4405-8DE1-5C11F9F7446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B3E3972-79C9-E4BD-97ED-AA379C797F05}"/>
              </a:ext>
            </a:extLst>
          </p:cNvPr>
          <p:cNvCxnSpPr>
            <a:cxnSpLocks/>
          </p:cNvCxnSpPr>
          <p:nvPr userDrawn="1"/>
        </p:nvCxnSpPr>
        <p:spPr>
          <a:xfrm>
            <a:off x="2182707" y="989584"/>
            <a:ext cx="8867095" cy="1016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2743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1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5" y="283"/>
            <a:ext cx="12190993" cy="685743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3048000" y="0"/>
            <a:ext cx="85344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2" tIns="45716" rIns="91432" bIns="45716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2092572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47200" y="6481004"/>
            <a:ext cx="2844800" cy="365125"/>
          </a:xfrm>
          <a:prstGeom prst="rect">
            <a:avLst/>
          </a:prstGeom>
        </p:spPr>
        <p:txBody>
          <a:bodyPr vert="horz" lIns="91432" tIns="45716" rIns="91432" bIns="45716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9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 defTabSz="685739"/>
            <a:fld id="{C048AFE0-C030-4AEB-A496-7DE826157CC3}" type="slidenum">
              <a:rPr lang="en-US" smtClean="0">
                <a:solidFill>
                  <a:prstClr val="white">
                    <a:lumMod val="50000"/>
                  </a:prstClr>
                </a:solidFill>
              </a:rPr>
              <a:pPr defTabSz="685739"/>
              <a:t>‹#›</a:t>
            </a:fld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5047479" y="-60533"/>
            <a:ext cx="209704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 pitchFamily="18" charset="0"/>
              </a:rPr>
              <a:t>CUI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5047479" y="6601526"/>
            <a:ext cx="209704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 pitchFamily="18" charset="0"/>
              </a:rPr>
              <a:t>CUI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1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471" y="138048"/>
            <a:ext cx="1645453" cy="738627"/>
          </a:xfrm>
          <a:prstGeom prst="rect">
            <a:avLst/>
          </a:prstGeom>
        </p:spPr>
      </p:pic>
      <p:pic>
        <p:nvPicPr>
          <p:cNvPr id="15" name="Picture 2" descr="image001"/>
          <p:cNvPicPr>
            <a:picLocks noChangeAspect="1" noChangeArrowheads="1"/>
          </p:cNvPicPr>
          <p:nvPr userDrawn="1"/>
        </p:nvPicPr>
        <p:blipFill>
          <a:blip r:embed="rId1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697924" y="-42930"/>
            <a:ext cx="1076460" cy="10764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5907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hf sldNum="0"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2400" b="1" kern="1200">
          <a:solidFill>
            <a:schemeClr val="tx2"/>
          </a:solidFill>
          <a:effectLst/>
          <a:latin typeface="+mn-lt"/>
          <a:ea typeface="+mj-ea"/>
          <a:cs typeface="Arial" pitchFamily="34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  <a:cs typeface="Arial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  <a:cs typeface="Arial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  <a:cs typeface="Arial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  <a:cs typeface="Arial" pitchFamily="34" charset="0"/>
        </a:defRPr>
      </a:lvl5pPr>
      <a:lvl6pPr marL="342869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6pPr>
      <a:lvl7pPr marL="685739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7pPr>
      <a:lvl8pPr marL="1028608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8pPr>
      <a:lvl9pPr marL="1371478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9pPr>
    </p:titleStyle>
    <p:bodyStyle>
      <a:lvl1pPr marL="257153" indent="-257153" algn="l" rtl="0" eaLnBrk="1" fontAlgn="base" hangingPunct="1">
        <a:spcBef>
          <a:spcPct val="20000"/>
        </a:spcBef>
        <a:spcAft>
          <a:spcPct val="0"/>
        </a:spcAft>
        <a:buClrTx/>
        <a:buFont typeface="Arial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1pPr>
      <a:lvl2pPr marL="557162" indent="-214293" algn="l" rtl="0" eaLnBrk="1" fontAlgn="base" hangingPunct="1">
        <a:spcBef>
          <a:spcPct val="20000"/>
        </a:spcBef>
        <a:spcAft>
          <a:spcPct val="0"/>
        </a:spcAft>
        <a:buClrTx/>
        <a:buFont typeface="Arial" charset="0"/>
        <a:buChar char="–"/>
        <a:defRPr sz="1050" kern="1200">
          <a:solidFill>
            <a:schemeClr val="tx1"/>
          </a:solidFill>
          <a:latin typeface="+mn-lt"/>
          <a:ea typeface="+mn-ea"/>
          <a:cs typeface="+mn-cs"/>
        </a:defRPr>
      </a:lvl2pPr>
      <a:lvl3pPr marL="857174" indent="-171435" algn="l" rtl="0" eaLnBrk="1" fontAlgn="base" hangingPunct="1">
        <a:spcBef>
          <a:spcPct val="20000"/>
        </a:spcBef>
        <a:spcAft>
          <a:spcPct val="0"/>
        </a:spcAft>
        <a:buClrTx/>
        <a:buFont typeface="Arial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1200043" indent="-171435" algn="l" rtl="0" eaLnBrk="1" fontAlgn="base" hangingPunct="1">
        <a:spcBef>
          <a:spcPct val="20000"/>
        </a:spcBef>
        <a:spcAft>
          <a:spcPct val="0"/>
        </a:spcAft>
        <a:buClrTx/>
        <a:buFont typeface="Arial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2913" indent="-171435" algn="l" rtl="0" eaLnBrk="1" fontAlgn="base" hangingPunct="1">
        <a:spcBef>
          <a:spcPct val="20000"/>
        </a:spcBef>
        <a:spcAft>
          <a:spcPct val="0"/>
        </a:spcAft>
        <a:buClrTx/>
        <a:buFont typeface="Arial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782" indent="-171435" algn="l" defTabSz="685739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651" indent="-171435" algn="l" defTabSz="685739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521" indent="-171435" algn="l" defTabSz="685739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391" indent="-171435" algn="l" defTabSz="685739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3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69" algn="l" defTabSz="68573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39" algn="l" defTabSz="68573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08" algn="l" defTabSz="68573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478" algn="l" defTabSz="68573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348" algn="l" defTabSz="68573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217" algn="l" defTabSz="68573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086" algn="l" defTabSz="68573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2956" algn="l" defTabSz="68573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19">
            <a:extLst>
              <a:ext uri="{FF2B5EF4-FFF2-40B4-BE49-F238E27FC236}">
                <a16:creationId xmlns:a16="http://schemas.microsoft.com/office/drawing/2014/main" id="{224E3CEB-A6E6-0368-5763-D1CB5C7CA98A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031" y="991023"/>
            <a:ext cx="1199193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Line 26">
            <a:extLst>
              <a:ext uri="{FF2B5EF4-FFF2-40B4-BE49-F238E27FC236}">
                <a16:creationId xmlns:a16="http://schemas.microsoft.com/office/drawing/2014/main" id="{837218BB-A463-0CAF-4837-F07A8BB0FA86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0" y="1021867"/>
            <a:ext cx="4781" cy="557710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3BEDCB-5B1A-A98C-99F9-633A5A7F7CBC}"/>
              </a:ext>
            </a:extLst>
          </p:cNvPr>
          <p:cNvSpPr/>
          <p:nvPr/>
        </p:nvSpPr>
        <p:spPr>
          <a:xfrm>
            <a:off x="9565906" y="-22544"/>
            <a:ext cx="2402238" cy="76944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Point of Contact Name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Organization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Phone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Email</a:t>
            </a:r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9048C514-2460-943F-3B46-7B29E7B4C7B7}"/>
              </a:ext>
            </a:extLst>
          </p:cNvPr>
          <p:cNvSpPr>
            <a:spLocks noGrp="1"/>
          </p:cNvSpPr>
          <p:nvPr/>
        </p:nvSpPr>
        <p:spPr bwMode="auto">
          <a:xfrm>
            <a:off x="2906804" y="325438"/>
            <a:ext cx="6400800" cy="4958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2" tIns="45716" rIns="91432" bIns="45716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2"/>
                </a:solidFill>
                <a:effectLst/>
                <a:latin typeface="+mn-lt"/>
                <a:ea typeface="+mj-ea"/>
                <a:cs typeface="Arial" pitchFamily="34" charset="0"/>
              </a:defRPr>
            </a:lvl1pPr>
            <a:lvl2pPr marL="45720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3000" b="1" kern="1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+mn-ea"/>
                <a:cs typeface="Arial" pitchFamily="34" charset="0"/>
              </a:defRPr>
            </a:lvl2pPr>
            <a:lvl3pPr marL="91440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3000" b="1" kern="1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+mn-ea"/>
                <a:cs typeface="Arial" pitchFamily="34" charset="0"/>
              </a:defRPr>
            </a:lvl3pPr>
            <a:lvl4pPr marL="137160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3000" b="1" kern="1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+mn-ea"/>
                <a:cs typeface="Arial" pitchFamily="34" charset="0"/>
              </a:defRPr>
            </a:lvl4pPr>
            <a:lvl5pPr marL="182880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3000" b="1" kern="1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+mn-ea"/>
                <a:cs typeface="Arial" pitchFamily="34" charset="0"/>
              </a:defRPr>
            </a:lvl5pPr>
            <a:lvl6pPr marL="342869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33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6pPr>
            <a:lvl7pPr marL="685739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33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7pPr>
            <a:lvl8pPr marL="1028608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33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8pPr>
            <a:lvl9pPr marL="1371478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33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Arial" pitchFamily="34" charset="0"/>
              </a:rPr>
              <a:t>Technology Title</a:t>
            </a:r>
          </a:p>
        </p:txBody>
      </p:sp>
      <p:sp>
        <p:nvSpPr>
          <p:cNvPr id="13" name="TextBox 1">
            <a:extLst>
              <a:ext uri="{FF2B5EF4-FFF2-40B4-BE49-F238E27FC236}">
                <a16:creationId xmlns:a16="http://schemas.microsoft.com/office/drawing/2014/main" id="{A0BE4C7B-F31D-9007-09DF-8B44F3EFBF88}"/>
              </a:ext>
            </a:extLst>
          </p:cNvPr>
          <p:cNvSpPr txBox="1"/>
          <p:nvPr/>
        </p:nvSpPr>
        <p:spPr>
          <a:xfrm>
            <a:off x="6205854" y="1125780"/>
            <a:ext cx="5886107" cy="2554545"/>
          </a:xfrm>
          <a:prstGeom prst="rect">
            <a:avLst/>
          </a:prstGeom>
          <a:noFill/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Arial" charset="0"/>
                <a:ea typeface="+mn-ea"/>
                <a:cs typeface="Times New Roman" pitchFamily="18" charset="0"/>
              </a:defRPr>
            </a:lvl1pPr>
            <a:lvl2pPr marL="45720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Arial" charset="0"/>
                <a:ea typeface="+mn-ea"/>
                <a:cs typeface="Times New Roman" pitchFamily="18" charset="0"/>
              </a:defRPr>
            </a:lvl2pPr>
            <a:lvl3pPr marL="91440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Arial" charset="0"/>
                <a:ea typeface="+mn-ea"/>
                <a:cs typeface="Times New Roman" pitchFamily="18" charset="0"/>
              </a:defRPr>
            </a:lvl3pPr>
            <a:lvl4pPr marL="137160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Arial" charset="0"/>
                <a:ea typeface="+mn-ea"/>
                <a:cs typeface="Times New Roman" pitchFamily="18" charset="0"/>
              </a:defRPr>
            </a:lvl4pPr>
            <a:lvl5pPr marL="182880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Arial" charset="0"/>
                <a:ea typeface="+mn-ea"/>
                <a:cs typeface="Times New Roman" pitchFamily="18" charset="0"/>
              </a:defRPr>
            </a:lvl5pPr>
            <a:lvl6pPr marL="2286000" algn="l" defTabSz="914400" rtl="0" eaLnBrk="1" latinLnBrk="0" hangingPunct="1">
              <a:defRPr sz="2000" b="1" kern="1200">
                <a:solidFill>
                  <a:schemeClr val="tx1"/>
                </a:solidFill>
                <a:latin typeface="Arial" charset="0"/>
                <a:ea typeface="+mn-ea"/>
                <a:cs typeface="Times New Roman" pitchFamily="18" charset="0"/>
              </a:defRPr>
            </a:lvl6pPr>
            <a:lvl7pPr marL="2743200" algn="l" defTabSz="914400" rtl="0" eaLnBrk="1" latinLnBrk="0" hangingPunct="1">
              <a:defRPr sz="2000" b="1" kern="1200">
                <a:solidFill>
                  <a:schemeClr val="tx1"/>
                </a:solidFill>
                <a:latin typeface="Arial" charset="0"/>
                <a:ea typeface="+mn-ea"/>
                <a:cs typeface="Times New Roman" pitchFamily="18" charset="0"/>
              </a:defRPr>
            </a:lvl7pPr>
            <a:lvl8pPr marL="3200400" algn="l" defTabSz="914400" rtl="0" eaLnBrk="1" latinLnBrk="0" hangingPunct="1">
              <a:defRPr sz="2000" b="1" kern="1200">
                <a:solidFill>
                  <a:schemeClr val="tx1"/>
                </a:solidFill>
                <a:latin typeface="Arial" charset="0"/>
                <a:ea typeface="+mn-ea"/>
                <a:cs typeface="Times New Roman" pitchFamily="18" charset="0"/>
              </a:defRPr>
            </a:lvl8pPr>
            <a:lvl9pPr marL="3657600" algn="l" defTabSz="914400" rtl="0" eaLnBrk="1" latinLnBrk="0" hangingPunct="1">
              <a:defRPr sz="2000" b="1" kern="1200">
                <a:solidFill>
                  <a:schemeClr val="tx1"/>
                </a:solidFill>
                <a:latin typeface="Arial" charset="0"/>
                <a:ea typeface="+mn-ea"/>
                <a:cs typeface="Times New Roman" pitchFamily="18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charset="0"/>
              <a:ea typeface="+mn-ea"/>
              <a:cs typeface="Times New Roman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charset="0"/>
              <a:ea typeface="+mn-ea"/>
              <a:cs typeface="Times New Roman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charset="0"/>
              <a:ea typeface="+mn-ea"/>
              <a:cs typeface="Times New Roman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charset="0"/>
              <a:ea typeface="+mn-ea"/>
              <a:cs typeface="Times New Roman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charset="0"/>
                <a:ea typeface="+mn-ea"/>
                <a:cs typeface="Times New Roman" pitchFamily="18" charset="0"/>
              </a:rPr>
              <a:t>Insert Tech Picture or OV-1 Image Here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charset="0"/>
              <a:ea typeface="+mn-ea"/>
              <a:cs typeface="Times New Roman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charset="0"/>
              <a:ea typeface="+mn-ea"/>
              <a:cs typeface="Times New Roman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charset="0"/>
              <a:ea typeface="+mn-ea"/>
              <a:cs typeface="Times New Roman" pitchFamily="18" charset="0"/>
            </a:endParaRPr>
          </a:p>
        </p:txBody>
      </p:sp>
      <p:sp>
        <p:nvSpPr>
          <p:cNvPr id="14" name="Text Box 12">
            <a:extLst>
              <a:ext uri="{FF2B5EF4-FFF2-40B4-BE49-F238E27FC236}">
                <a16:creationId xmlns:a16="http://schemas.microsoft.com/office/drawing/2014/main" id="{08E1486E-2263-1D34-98CE-E8AA48F900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031" y="4029363"/>
            <a:ext cx="5890896" cy="23552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227" tIns="46114" rIns="92227" bIns="46114" anchor="t">
            <a:spAutoFit/>
          </a:bodyPr>
          <a:lstStyle>
            <a:defPPr>
              <a:defRPr lang="en-US"/>
            </a:defPPr>
            <a:lvl1pPr marL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Arial" charset="0"/>
                <a:ea typeface="+mn-ea"/>
                <a:cs typeface="Times New Roman" pitchFamily="18" charset="0"/>
              </a:defRPr>
            </a:lvl1pPr>
            <a:lvl2pPr marL="45720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Arial" charset="0"/>
                <a:ea typeface="+mn-ea"/>
                <a:cs typeface="Times New Roman" pitchFamily="18" charset="0"/>
              </a:defRPr>
            </a:lvl2pPr>
            <a:lvl3pPr marL="91440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Arial" charset="0"/>
                <a:ea typeface="+mn-ea"/>
                <a:cs typeface="Times New Roman" pitchFamily="18" charset="0"/>
              </a:defRPr>
            </a:lvl3pPr>
            <a:lvl4pPr marL="137160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Arial" charset="0"/>
                <a:ea typeface="+mn-ea"/>
                <a:cs typeface="Times New Roman" pitchFamily="18" charset="0"/>
              </a:defRPr>
            </a:lvl4pPr>
            <a:lvl5pPr marL="182880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Arial" charset="0"/>
                <a:ea typeface="+mn-ea"/>
                <a:cs typeface="Times New Roman" pitchFamily="18" charset="0"/>
              </a:defRPr>
            </a:lvl5pPr>
            <a:lvl6pPr marL="2286000" algn="l" defTabSz="914400" rtl="0" eaLnBrk="1" latinLnBrk="0" hangingPunct="1">
              <a:defRPr sz="2000" b="1" kern="1200">
                <a:solidFill>
                  <a:schemeClr val="tx1"/>
                </a:solidFill>
                <a:latin typeface="Arial" charset="0"/>
                <a:ea typeface="+mn-ea"/>
                <a:cs typeface="Times New Roman" pitchFamily="18" charset="0"/>
              </a:defRPr>
            </a:lvl6pPr>
            <a:lvl7pPr marL="2743200" algn="l" defTabSz="914400" rtl="0" eaLnBrk="1" latinLnBrk="0" hangingPunct="1">
              <a:defRPr sz="2000" b="1" kern="1200">
                <a:solidFill>
                  <a:schemeClr val="tx1"/>
                </a:solidFill>
                <a:latin typeface="Arial" charset="0"/>
                <a:ea typeface="+mn-ea"/>
                <a:cs typeface="Times New Roman" pitchFamily="18" charset="0"/>
              </a:defRPr>
            </a:lvl7pPr>
            <a:lvl8pPr marL="3200400" algn="l" defTabSz="914400" rtl="0" eaLnBrk="1" latinLnBrk="0" hangingPunct="1">
              <a:defRPr sz="2000" b="1" kern="1200">
                <a:solidFill>
                  <a:schemeClr val="tx1"/>
                </a:solidFill>
                <a:latin typeface="Arial" charset="0"/>
                <a:ea typeface="+mn-ea"/>
                <a:cs typeface="Times New Roman" pitchFamily="18" charset="0"/>
              </a:defRPr>
            </a:lvl8pPr>
            <a:lvl9pPr marL="3657600" algn="l" defTabSz="914400" rtl="0" eaLnBrk="1" latinLnBrk="0" hangingPunct="1">
              <a:defRPr sz="2000" b="1" kern="1200">
                <a:solidFill>
                  <a:schemeClr val="tx1"/>
                </a:solidFill>
                <a:latin typeface="Arial" charset="0"/>
                <a:ea typeface="+mn-ea"/>
                <a:cs typeface="Times New Roman" pitchFamily="18" charset="0"/>
              </a:defRPr>
            </a:lvl9pPr>
          </a:lstStyle>
          <a:p>
            <a:pPr marL="0" marR="0" lvl="0" indent="0" algn="l" defTabSz="9223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50" b="1" i="0" u="sng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Operational Relevance</a:t>
            </a:r>
            <a:r>
              <a:rPr kumimoji="0" lang="en-US" altLang="en-US" sz="105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: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altLang="en-US" sz="10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Times New Roman" pitchFamily="18" charset="0"/>
              </a:rPr>
              <a:t>Use bullets to describe how the technology fits into the operational mission focus of this event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kumimoji="0" lang="en-US" altLang="en-US" sz="105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Times New Roman" pitchFamily="18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kumimoji="0" lang="en-US" altLang="en-US" sz="105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Times New Roman" pitchFamily="18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kumimoji="0" lang="en-US" altLang="en-US" sz="105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Times New Roman" pitchFamily="18" charset="0"/>
            </a:endParaRPr>
          </a:p>
          <a:p>
            <a:pPr marL="171450" marR="0" lvl="0" indent="-171450" algn="l" defTabSz="9223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kumimoji="0" lang="en-US" altLang="en-US" sz="105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Times New Roman" pitchFamily="18" charset="0"/>
            </a:endParaRPr>
          </a:p>
          <a:p>
            <a:pPr marL="171450" marR="0" lvl="0" indent="-171450" algn="l" defTabSz="9223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kumimoji="0" lang="en-US" altLang="en-US" sz="105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Times New Roman" pitchFamily="18" charset="0"/>
            </a:endParaRPr>
          </a:p>
          <a:p>
            <a:pPr marL="171450" marR="0" lvl="0" indent="-171450" algn="l" defTabSz="9223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kumimoji="0" lang="en-US" altLang="en-US" sz="105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Times New Roman" pitchFamily="18" charset="0"/>
            </a:endParaRPr>
          </a:p>
          <a:p>
            <a:pPr marL="171450" marR="0" lvl="0" indent="-171450" algn="l" defTabSz="9223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kumimoji="0" lang="en-US" altLang="en-US" sz="105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Times New Roman" pitchFamily="18" charset="0"/>
            </a:endParaRPr>
          </a:p>
          <a:p>
            <a:pPr marL="171450" marR="0" lvl="0" indent="-171450" algn="l" defTabSz="9223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kumimoji="0" lang="en-US" altLang="en-US" sz="105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Times New Roman" pitchFamily="18" charset="0"/>
            </a:endParaRPr>
          </a:p>
          <a:p>
            <a:pPr marL="0" marR="0" lvl="0" indent="0" algn="l" defTabSz="9223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50" b="1" i="0" u="sng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Related Efforts</a:t>
            </a:r>
            <a:r>
              <a:rPr kumimoji="0" lang="en-US" altLang="en-US" sz="105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:</a:t>
            </a:r>
          </a:p>
          <a:p>
            <a:pPr marL="171450" marR="0" lvl="0" indent="-171450" algn="l" defTabSz="9223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altLang="en-US" sz="10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Times New Roman" pitchFamily="18" charset="0"/>
              </a:rPr>
              <a:t>Describe previous experimentation participation, related activities, or existing ONR, Naval Research and Development Enterprise, or DoD activities for this technology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kumimoji="0" lang="en-US" altLang="en-US" sz="105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Times New Roman" pitchFamily="18" charset="0"/>
            </a:endParaRPr>
          </a:p>
        </p:txBody>
      </p:sp>
      <p:sp>
        <p:nvSpPr>
          <p:cNvPr id="15" name="Text Box 12">
            <a:extLst>
              <a:ext uri="{FF2B5EF4-FFF2-40B4-BE49-F238E27FC236}">
                <a16:creationId xmlns:a16="http://schemas.microsoft.com/office/drawing/2014/main" id="{B1EBAAC9-E646-9594-2788-6232E19763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9030" y="3883279"/>
            <a:ext cx="6022933" cy="25245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227" tIns="46114" rIns="92227" bIns="46114" anchor="t">
            <a:spAutoFit/>
          </a:bodyPr>
          <a:lstStyle>
            <a:defPPr>
              <a:defRPr lang="en-US"/>
            </a:defPPr>
            <a:lvl1pPr marL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Arial" charset="0"/>
                <a:ea typeface="+mn-ea"/>
                <a:cs typeface="Times New Roman" pitchFamily="18" charset="0"/>
              </a:defRPr>
            </a:lvl1pPr>
            <a:lvl2pPr marL="45720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Arial" charset="0"/>
                <a:ea typeface="+mn-ea"/>
                <a:cs typeface="Times New Roman" pitchFamily="18" charset="0"/>
              </a:defRPr>
            </a:lvl2pPr>
            <a:lvl3pPr marL="91440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Arial" charset="0"/>
                <a:ea typeface="+mn-ea"/>
                <a:cs typeface="Times New Roman" pitchFamily="18" charset="0"/>
              </a:defRPr>
            </a:lvl3pPr>
            <a:lvl4pPr marL="137160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Arial" charset="0"/>
                <a:ea typeface="+mn-ea"/>
                <a:cs typeface="Times New Roman" pitchFamily="18" charset="0"/>
              </a:defRPr>
            </a:lvl4pPr>
            <a:lvl5pPr marL="182880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Arial" charset="0"/>
                <a:ea typeface="+mn-ea"/>
                <a:cs typeface="Times New Roman" pitchFamily="18" charset="0"/>
              </a:defRPr>
            </a:lvl5pPr>
            <a:lvl6pPr marL="2286000" algn="l" defTabSz="914400" rtl="0" eaLnBrk="1" latinLnBrk="0" hangingPunct="1">
              <a:defRPr sz="2000" b="1" kern="1200">
                <a:solidFill>
                  <a:schemeClr val="tx1"/>
                </a:solidFill>
                <a:latin typeface="Arial" charset="0"/>
                <a:ea typeface="+mn-ea"/>
                <a:cs typeface="Times New Roman" pitchFamily="18" charset="0"/>
              </a:defRPr>
            </a:lvl6pPr>
            <a:lvl7pPr marL="2743200" algn="l" defTabSz="914400" rtl="0" eaLnBrk="1" latinLnBrk="0" hangingPunct="1">
              <a:defRPr sz="2000" b="1" kern="1200">
                <a:solidFill>
                  <a:schemeClr val="tx1"/>
                </a:solidFill>
                <a:latin typeface="Arial" charset="0"/>
                <a:ea typeface="+mn-ea"/>
                <a:cs typeface="Times New Roman" pitchFamily="18" charset="0"/>
              </a:defRPr>
            </a:lvl7pPr>
            <a:lvl8pPr marL="3200400" algn="l" defTabSz="914400" rtl="0" eaLnBrk="1" latinLnBrk="0" hangingPunct="1">
              <a:defRPr sz="2000" b="1" kern="1200">
                <a:solidFill>
                  <a:schemeClr val="tx1"/>
                </a:solidFill>
                <a:latin typeface="Arial" charset="0"/>
                <a:ea typeface="+mn-ea"/>
                <a:cs typeface="Times New Roman" pitchFamily="18" charset="0"/>
              </a:defRPr>
            </a:lvl8pPr>
            <a:lvl9pPr marL="3657600" algn="l" defTabSz="914400" rtl="0" eaLnBrk="1" latinLnBrk="0" hangingPunct="1">
              <a:defRPr sz="2000" b="1" kern="1200">
                <a:solidFill>
                  <a:schemeClr val="tx1"/>
                </a:solidFill>
                <a:latin typeface="Arial" charset="0"/>
                <a:ea typeface="+mn-ea"/>
                <a:cs typeface="Times New Roman" pitchFamily="18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1" i="0" u="sng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TOEE Objectives</a:t>
            </a:r>
            <a:endParaRPr kumimoji="0" lang="en-US" altLang="en-US" sz="1100" b="1" i="0" u="sng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charset="0"/>
              <a:ea typeface="+mn-ea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50" b="1" i="0" u="sng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Experimentation Objective</a:t>
            </a:r>
            <a:r>
              <a:rPr kumimoji="0" lang="en-US" altLang="en-US" sz="105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:</a:t>
            </a:r>
          </a:p>
          <a:p>
            <a:pPr marL="171450" marR="0" lvl="0" indent="-171450" algn="l" defTabSz="9223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altLang="en-US" sz="10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Times New Roman" pitchFamily="18" charset="0"/>
              </a:rPr>
              <a:t>Use bullets to describe the types of experiments or activities you believe would be valuable for this technology and is achievable in the timeline</a:t>
            </a:r>
          </a:p>
          <a:p>
            <a:pPr marL="171450" marR="0" lvl="0" indent="-171450" algn="l" defTabSz="9223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kumimoji="0" lang="en-US" altLang="en-US" sz="105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Times New Roman" pitchFamily="18" charset="0"/>
            </a:endParaRPr>
          </a:p>
          <a:p>
            <a:pPr marL="171450" marR="0" lvl="0" indent="-171450" algn="l" defTabSz="9223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kumimoji="0" lang="en-US" altLang="en-US" sz="105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Times New Roman" pitchFamily="18" charset="0"/>
            </a:endParaRPr>
          </a:p>
          <a:p>
            <a:pPr marL="171450" marR="0" lvl="0" indent="-171450" algn="l" defTabSz="9223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kumimoji="0" lang="en-US" altLang="en-US" sz="105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Times New Roman" pitchFamily="18" charset="0"/>
            </a:endParaRPr>
          </a:p>
          <a:p>
            <a:pPr marL="171450" marR="0" lvl="0" indent="-171450" algn="l" defTabSz="9223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kumimoji="0" lang="en-US" altLang="en-US" sz="105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Times New Roman" pitchFamily="18" charset="0"/>
            </a:endParaRPr>
          </a:p>
          <a:p>
            <a:pPr marL="171450" marR="0" lvl="0" indent="-171450" algn="l" defTabSz="9223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kumimoji="0" lang="en-US" altLang="en-US" sz="105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Times New Roman" pitchFamily="18" charset="0"/>
            </a:endParaRPr>
          </a:p>
          <a:p>
            <a:pPr marL="171450" marR="0" lvl="0" indent="-171450" algn="l" defTabSz="9223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kumimoji="0" lang="en-US" altLang="en-US" sz="105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Times New Roman" pitchFamily="18" charset="0"/>
            </a:endParaRPr>
          </a:p>
          <a:p>
            <a:pPr marL="171450" marR="0" lvl="0" indent="-171450" algn="l" defTabSz="9223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kumimoji="0" lang="en-US" altLang="en-US" sz="105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50" b="1" i="0" u="sng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Team</a:t>
            </a:r>
            <a:r>
              <a:rPr kumimoji="0" lang="en-US" altLang="en-US" sz="105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: Organizations and team members</a:t>
            </a:r>
          </a:p>
          <a:p>
            <a:pPr marL="171450" marR="0" lvl="0" indent="-171450" algn="l" defTabSz="9223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altLang="en-US" sz="10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Times New Roman" pitchFamily="18" charset="0"/>
              </a:rPr>
              <a:t>Name, company name, email, phone number</a:t>
            </a:r>
          </a:p>
          <a:p>
            <a:pPr marL="0" marR="0" lvl="0" indent="0" algn="l" defTabSz="9223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05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Times New Roman" pitchFamily="18" charset="0"/>
            </a:endParaRPr>
          </a:p>
          <a:p>
            <a:pPr marL="0" marR="0" lvl="0" indent="0" algn="l" defTabSz="9223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05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Times New Roman" pitchFamily="18" charset="0"/>
            </a:endParaRPr>
          </a:p>
        </p:txBody>
      </p:sp>
      <p:sp>
        <p:nvSpPr>
          <p:cNvPr id="16" name="Text Box 12">
            <a:extLst>
              <a:ext uri="{FF2B5EF4-FFF2-40B4-BE49-F238E27FC236}">
                <a16:creationId xmlns:a16="http://schemas.microsoft.com/office/drawing/2014/main" id="{0F676259-8779-ED08-EC66-FAE8A1973A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031" y="1061013"/>
            <a:ext cx="5890896" cy="15473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227" tIns="46114" rIns="92227" bIns="46114" anchor="t">
            <a:spAutoFit/>
          </a:bodyPr>
          <a:lstStyle>
            <a:defPPr>
              <a:defRPr lang="en-US"/>
            </a:defPPr>
            <a:lvl1pPr marL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Arial" charset="0"/>
                <a:ea typeface="+mn-ea"/>
                <a:cs typeface="Times New Roman" pitchFamily="18" charset="0"/>
              </a:defRPr>
            </a:lvl1pPr>
            <a:lvl2pPr marL="45720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Arial" charset="0"/>
                <a:ea typeface="+mn-ea"/>
                <a:cs typeface="Times New Roman" pitchFamily="18" charset="0"/>
              </a:defRPr>
            </a:lvl2pPr>
            <a:lvl3pPr marL="91440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Arial" charset="0"/>
                <a:ea typeface="+mn-ea"/>
                <a:cs typeface="Times New Roman" pitchFamily="18" charset="0"/>
              </a:defRPr>
            </a:lvl3pPr>
            <a:lvl4pPr marL="137160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Arial" charset="0"/>
                <a:ea typeface="+mn-ea"/>
                <a:cs typeface="Times New Roman" pitchFamily="18" charset="0"/>
              </a:defRPr>
            </a:lvl4pPr>
            <a:lvl5pPr marL="182880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Arial" charset="0"/>
                <a:ea typeface="+mn-ea"/>
                <a:cs typeface="Times New Roman" pitchFamily="18" charset="0"/>
              </a:defRPr>
            </a:lvl5pPr>
            <a:lvl6pPr marL="2286000" algn="l" defTabSz="914400" rtl="0" eaLnBrk="1" latinLnBrk="0" hangingPunct="1">
              <a:defRPr sz="2000" b="1" kern="1200">
                <a:solidFill>
                  <a:schemeClr val="tx1"/>
                </a:solidFill>
                <a:latin typeface="Arial" charset="0"/>
                <a:ea typeface="+mn-ea"/>
                <a:cs typeface="Times New Roman" pitchFamily="18" charset="0"/>
              </a:defRPr>
            </a:lvl6pPr>
            <a:lvl7pPr marL="2743200" algn="l" defTabSz="914400" rtl="0" eaLnBrk="1" latinLnBrk="0" hangingPunct="1">
              <a:defRPr sz="2000" b="1" kern="1200">
                <a:solidFill>
                  <a:schemeClr val="tx1"/>
                </a:solidFill>
                <a:latin typeface="Arial" charset="0"/>
                <a:ea typeface="+mn-ea"/>
                <a:cs typeface="Times New Roman" pitchFamily="18" charset="0"/>
              </a:defRPr>
            </a:lvl7pPr>
            <a:lvl8pPr marL="3200400" algn="l" defTabSz="914400" rtl="0" eaLnBrk="1" latinLnBrk="0" hangingPunct="1">
              <a:defRPr sz="2000" b="1" kern="1200">
                <a:solidFill>
                  <a:schemeClr val="tx1"/>
                </a:solidFill>
                <a:latin typeface="Arial" charset="0"/>
                <a:ea typeface="+mn-ea"/>
                <a:cs typeface="Times New Roman" pitchFamily="18" charset="0"/>
              </a:defRPr>
            </a:lvl8pPr>
            <a:lvl9pPr marL="3657600" algn="l" defTabSz="914400" rtl="0" eaLnBrk="1" latinLnBrk="0" hangingPunct="1">
              <a:defRPr sz="2000" b="1" kern="1200">
                <a:solidFill>
                  <a:schemeClr val="tx1"/>
                </a:solidFill>
                <a:latin typeface="Arial" charset="0"/>
                <a:ea typeface="+mn-ea"/>
                <a:cs typeface="Times New Roman" pitchFamily="18" charset="0"/>
              </a:defRPr>
            </a:lvl9pPr>
          </a:lstStyle>
          <a:p>
            <a:pPr marL="0" marR="0" lvl="0" indent="0" algn="l" defTabSz="9223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50" b="1" i="0" u="sng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Technology Description</a:t>
            </a:r>
            <a:r>
              <a:rPr kumimoji="0" lang="en-US" altLang="en-US" sz="105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			</a:t>
            </a:r>
            <a:r>
              <a:rPr kumimoji="0" lang="en-US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Times New Roman" pitchFamily="18" charset="0"/>
              </a:rPr>
              <a:t>TRL: (enter current TRL)</a:t>
            </a:r>
            <a:endParaRPr kumimoji="0" lang="en-US" altLang="en-US" sz="105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Times New Roman" pitchFamily="18" charset="0"/>
            </a:endParaRPr>
          </a:p>
          <a:p>
            <a:pPr marL="0" marR="0" lvl="0" indent="0" algn="l" defTabSz="9223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050" b="1" i="0" u="sng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charset="0"/>
              <a:ea typeface="+mn-ea"/>
              <a:cs typeface="Times New Roman" pitchFamily="18" charset="0"/>
            </a:endParaRPr>
          </a:p>
          <a:p>
            <a:pPr marL="171450" marR="0" lvl="0" indent="-171450" algn="l" defTabSz="9223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Times New Roman" pitchFamily="18" charset="0"/>
              </a:rPr>
              <a:t>Use bullets to describe the technology, its technical performance, and its benefits over current technologies.  </a:t>
            </a:r>
          </a:p>
          <a:p>
            <a:pPr marL="0" marR="0" lvl="0" indent="0" algn="l" defTabSz="9223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050" b="1" i="0" u="sng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0" marR="0" lvl="0" indent="0" algn="l" defTabSz="9223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050" b="1" i="0" u="sng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0" marR="0" lvl="0" indent="0" algn="l" defTabSz="9223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050" b="1" i="0" u="sng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0" marR="0" lvl="0" indent="0" algn="l" defTabSz="9223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050" b="1" i="0" u="sng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kumimoji="0" lang="en-US" altLang="en-US" sz="105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Times New Roman" pitchFamily="18" charset="0"/>
            </a:endParaRPr>
          </a:p>
        </p:txBody>
      </p:sp>
      <p:sp>
        <p:nvSpPr>
          <p:cNvPr id="18" name="Line 19">
            <a:extLst>
              <a:ext uri="{FF2B5EF4-FFF2-40B4-BE49-F238E27FC236}">
                <a16:creationId xmlns:a16="http://schemas.microsoft.com/office/drawing/2014/main" id="{362AB89F-9898-2D15-CB8F-148BA06B4495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031" y="3826081"/>
            <a:ext cx="1199193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FA008D-4767-6038-981B-4CBE023148B8}"/>
              </a:ext>
            </a:extLst>
          </p:cNvPr>
          <p:cNvSpPr txBox="1"/>
          <p:nvPr/>
        </p:nvSpPr>
        <p:spPr>
          <a:xfrm>
            <a:off x="7670057" y="6610615"/>
            <a:ext cx="451277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This quad is in response to: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Chose One: Wave Breaker, Virtual Vanguard, Battle Box</a:t>
            </a:r>
          </a:p>
        </p:txBody>
      </p:sp>
    </p:spTree>
    <p:extLst>
      <p:ext uri="{BB962C8B-B14F-4D97-AF65-F5344CB8AC3E}">
        <p14:creationId xmlns:p14="http://schemas.microsoft.com/office/powerpoint/2010/main" val="2144586249"/>
      </p:ext>
    </p:extLst>
  </p:cSld>
  <p:clrMapOvr>
    <a:masterClrMapping/>
  </p:clrMapOvr>
</p:sld>
</file>

<file path=ppt/theme/theme1.xml><?xml version="1.0" encoding="utf-8"?>
<a:theme xmlns:a="http://schemas.openxmlformats.org/drawingml/2006/main" name="1_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Verve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154</Words>
  <Application>Microsoft Office PowerPoint</Application>
  <PresentationFormat>Widescreen</PresentationFormat>
  <Paragraphs>42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Courier New</vt:lpstr>
      <vt:lpstr>1_Theme1</vt:lpstr>
      <vt:lpstr>PowerPoint Presentation</vt:lpstr>
    </vt:vector>
  </TitlesOfParts>
  <Company>HPES NMCI NGEN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Hendricks, Troy T CIV USN ONR GLOBAL LONDON (USA)</dc:creator>
  <cp:lastModifiedBy>Hendricks, Troy T CIV USN ONR GLOBAL LONDON (USA)</cp:lastModifiedBy>
  <cp:revision>1</cp:revision>
  <dcterms:created xsi:type="dcterms:W3CDTF">2025-10-07T20:39:20Z</dcterms:created>
  <dcterms:modified xsi:type="dcterms:W3CDTF">2025-10-07T20:40:21Z</dcterms:modified>
</cp:coreProperties>
</file>