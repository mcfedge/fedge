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4"/>
    <p:sldMasterId id="2147483716" r:id="rId5"/>
    <p:sldMasterId id="2147483737" r:id="rId6"/>
  </p:sldMasterIdLst>
  <p:notesMasterIdLst>
    <p:notesMasterId r:id="rId13"/>
  </p:notesMasterIdLst>
  <p:sldIdLst>
    <p:sldId id="404" r:id="rId7"/>
    <p:sldId id="405" r:id="rId8"/>
    <p:sldId id="2147308739" r:id="rId9"/>
    <p:sldId id="2147308708" r:id="rId10"/>
    <p:sldId id="2147308751" r:id="rId11"/>
    <p:sldId id="214730868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4B7C"/>
    <a:srgbClr val="676767"/>
    <a:srgbClr val="B99DCF"/>
    <a:srgbClr val="C1BFBF"/>
    <a:srgbClr val="F2900F"/>
    <a:srgbClr val="7030A0"/>
    <a:srgbClr val="6C6969"/>
    <a:srgbClr val="644D78"/>
    <a:srgbClr val="8B5BAF"/>
    <a:srgbClr val="BF74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23737-329F-4BF5-A7A1-AD7693EFBA26}" v="319" dt="2025-11-21T13:25:24.469"/>
    <p1510:client id="{0FF5A635-0A80-2CB2-8B0E-E6924D7E4F63}" v="1032" dt="2025-11-20T21:54:35.210"/>
    <p1510:client id="{23EE20BA-A608-0167-081B-A7C8F26FAF99}" v="3" dt="2025-11-21T14:51:03.953"/>
    <p1510:client id="{27DC297B-ED90-83E1-BA75-FD23E57DE5A8}" v="1807" dt="2025-11-21T05:14:22.818"/>
    <p1510:client id="{2EE8F8F7-2DA4-5CBA-504A-A258FA7EE170}" v="593" dt="2025-11-20T22:52:50.708"/>
    <p1510:client id="{3452692B-1164-C469-79F0-B4FB6D809949}" v="503" dt="2025-11-21T07:59:54.431"/>
    <p1510:client id="{350B9985-680C-A852-4159-2915F20E9DBD}" v="267" dt="2025-11-20T19:00:01.187"/>
    <p1510:client id="{3861FBC5-083B-C27A-6E34-C924716FED86}" v="371" dt="2025-11-21T04:56:45.006"/>
    <p1510:client id="{393B8B49-5736-FB97-0514-EED7607F9BB9}" v="20" dt="2025-11-21T13:28:35.523"/>
    <p1510:client id="{4769E6CD-1315-4FBE-86F1-A6FDCA1BB444}" v="2" dt="2025-11-21T14:51:22.501"/>
    <p1510:client id="{47C51CE3-F1DB-46FE-B6AF-BDFB006A15B3}" v="31" dt="2025-11-20T18:21:19.714"/>
    <p1510:client id="{5936CE65-E6FB-6326-A1E2-6D4F58BA96A3}" v="57" dt="2025-11-21T07:19:10.848"/>
    <p1510:client id="{658B2AFC-9000-026E-BDFB-0B9158D4F953}" v="477" dt="2025-11-20T20:15:53.579"/>
    <p1510:client id="{762EA2A0-0A48-7E17-17A9-F6E451DF78EC}" v="143" dt="2025-11-20T18:23:40.946"/>
    <p1510:client id="{7A1D5C49-D566-BB77-E4CA-D3E352AB8934}" v="252" dt="2025-11-20T15:37:59.167"/>
    <p1510:client id="{7F29791C-D688-2DA7-C4FC-D3541C222016}" v="50" dt="2025-11-20T19:30:33.013"/>
    <p1510:client id="{84F6A5DF-3948-AA4F-592F-4C421875B27F}" v="95" dt="2025-11-21T13:03:20.913"/>
    <p1510:client id="{861A4B63-3DA5-378D-C63E-C438DB27C170}" v="1422" dt="2025-11-21T07:32:58.727"/>
    <p1510:client id="{9F678E6B-D6BC-31B4-50DD-B5F8C5C7AD41}" v="452" dt="2025-11-20T19:08:57.746"/>
    <p1510:client id="{B7F19C6F-4A53-4DD8-8840-7D3F44F43346}" v="144" dt="2025-11-20T18:56:44.179"/>
    <p1510:client id="{BE98F1CE-94CE-AEDF-3892-ABF578A0D995}" v="130" dt="2025-11-21T13:39:08.198"/>
    <p1510:client id="{C3728D6C-8E36-3149-ECAE-B48D36C39EC5}" v="115" dt="2025-11-21T04:01:12.432"/>
    <p1510:client id="{CDC1312E-0B0F-47E5-BCC7-77C91A633FCD}" v="11" dt="2025-11-21T14:45:07.133"/>
    <p1510:client id="{E8CDA663-8A1F-102F-7F9A-468F8DE73F48}" v="71" dt="2025-11-20T19:14:52.995"/>
    <p1510:client id="{F6EE0629-07E8-65A1-E34E-8DBCC0C4C65F}" v="110" dt="2025-11-20T15:36:35.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5EB133-3E1B-8740-9F50-4DBD13F2E7BF}"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9F795E-3FC2-034C-9EBC-8BF70946B5E1}" type="slidenum">
              <a:rPr lang="en-US" smtClean="0"/>
              <a:t>‹#›</a:t>
            </a:fld>
            <a:endParaRPr lang="en-US"/>
          </a:p>
        </p:txBody>
      </p:sp>
    </p:spTree>
    <p:extLst>
      <p:ext uri="{BB962C8B-B14F-4D97-AF65-F5344CB8AC3E}">
        <p14:creationId xmlns:p14="http://schemas.microsoft.com/office/powerpoint/2010/main" val="3751040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600"/>
              <a:buFont typeface="Helvetica Neue"/>
              <a:buNone/>
            </a:pPr>
            <a:endParaRPr sz="1400"/>
          </a:p>
        </p:txBody>
      </p:sp>
      <p:sp>
        <p:nvSpPr>
          <p:cNvPr id="31" name="Google Shape;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37AA5D2E-DD18-3BDB-221A-F7D3BB3D4F7E}"/>
            </a:ext>
          </a:extLst>
        </p:cNvPr>
        <p:cNvGrpSpPr/>
        <p:nvPr/>
      </p:nvGrpSpPr>
      <p:grpSpPr>
        <a:xfrm>
          <a:off x="0" y="0"/>
          <a:ext cx="0" cy="0"/>
          <a:chOff x="0" y="0"/>
          <a:chExt cx="0" cy="0"/>
        </a:xfrm>
      </p:grpSpPr>
      <p:sp>
        <p:nvSpPr>
          <p:cNvPr id="825" name="Google Shape;825;p23:notes">
            <a:extLst>
              <a:ext uri="{FF2B5EF4-FFF2-40B4-BE49-F238E27FC236}">
                <a16:creationId xmlns:a16="http://schemas.microsoft.com/office/drawing/2014/main" id="{1BF3A702-F4AA-0FF8-091A-AF834CCAD7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26" name="Google Shape;826;p23:notes">
            <a:extLst>
              <a:ext uri="{FF2B5EF4-FFF2-40B4-BE49-F238E27FC236}">
                <a16:creationId xmlns:a16="http://schemas.microsoft.com/office/drawing/2014/main" id="{6FCD408E-D195-3237-A7D0-F3D2D2A008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p23:notes">
            <a:extLst>
              <a:ext uri="{FF2B5EF4-FFF2-40B4-BE49-F238E27FC236}">
                <a16:creationId xmlns:a16="http://schemas.microsoft.com/office/drawing/2014/main" id="{6A7498A7-921F-4590-B818-D6E30F171B8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093048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EF210829-9397-4AF8-13BB-AC002F2D9D2B}"/>
            </a:ext>
          </a:extLst>
        </p:cNvPr>
        <p:cNvGrpSpPr/>
        <p:nvPr/>
      </p:nvGrpSpPr>
      <p:grpSpPr>
        <a:xfrm>
          <a:off x="0" y="0"/>
          <a:ext cx="0" cy="0"/>
          <a:chOff x="0" y="0"/>
          <a:chExt cx="0" cy="0"/>
        </a:xfrm>
      </p:grpSpPr>
      <p:sp>
        <p:nvSpPr>
          <p:cNvPr id="825" name="Google Shape;825;p23:notes">
            <a:extLst>
              <a:ext uri="{FF2B5EF4-FFF2-40B4-BE49-F238E27FC236}">
                <a16:creationId xmlns:a16="http://schemas.microsoft.com/office/drawing/2014/main" id="{49915F68-C522-C3C4-81BE-162DEF4557CD}"/>
              </a:ext>
            </a:extLst>
          </p:cNvPr>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p23:notes">
            <a:extLst>
              <a:ext uri="{FF2B5EF4-FFF2-40B4-BE49-F238E27FC236}">
                <a16:creationId xmlns:a16="http://schemas.microsoft.com/office/drawing/2014/main" id="{25BD439B-F8BB-D21E-2A0A-3BC498BEE28A}"/>
              </a:ext>
            </a:extLst>
          </p:cNvPr>
          <p:cNvSpPr txBox="1">
            <a:spLocks noGrp="1"/>
          </p:cNvSpPr>
          <p:nvPr>
            <p:ph type="body" idx="1"/>
          </p:nvPr>
        </p:nvSpPr>
        <p:spPr>
          <a:xfrm>
            <a:off x="710248" y="4518204"/>
            <a:ext cx="5681980" cy="3696712"/>
          </a:xfrm>
          <a:prstGeom prst="rect">
            <a:avLst/>
          </a:prstGeom>
          <a:noFill/>
          <a:ln>
            <a:noFill/>
          </a:ln>
        </p:spPr>
        <p:txBody>
          <a:bodyPr spcFirstLastPara="1" wrap="square" lIns="94213" tIns="47094" rIns="94213" bIns="47094" anchor="t" anchorCtr="0">
            <a:noAutofit/>
          </a:bodyPr>
          <a:lstStyle/>
          <a:p>
            <a:pPr>
              <a:buSzPts val="1400"/>
            </a:pPr>
            <a:endParaRPr/>
          </a:p>
        </p:txBody>
      </p:sp>
      <p:sp>
        <p:nvSpPr>
          <p:cNvPr id="827" name="Google Shape;827;p23:notes">
            <a:extLst>
              <a:ext uri="{FF2B5EF4-FFF2-40B4-BE49-F238E27FC236}">
                <a16:creationId xmlns:a16="http://schemas.microsoft.com/office/drawing/2014/main" id="{A66B051B-00C2-2F55-5306-AD26D27A2761}"/>
              </a:ext>
            </a:extLst>
          </p:cNvPr>
          <p:cNvSpPr txBox="1">
            <a:spLocks noGrp="1"/>
          </p:cNvSpPr>
          <p:nvPr>
            <p:ph type="sldNum" idx="12"/>
          </p:nvPr>
        </p:nvSpPr>
        <p:spPr>
          <a:xfrm>
            <a:off x="4023092" y="8917422"/>
            <a:ext cx="3077739" cy="471053"/>
          </a:xfrm>
          <a:prstGeom prst="rect">
            <a:avLst/>
          </a:prstGeom>
          <a:noFill/>
          <a:ln>
            <a:noFill/>
          </a:ln>
        </p:spPr>
        <p:txBody>
          <a:bodyPr spcFirstLastPara="1" wrap="square" lIns="94213" tIns="47094" rIns="94213" bIns="47094" anchor="b" anchorCtr="0">
            <a:noAutofit/>
          </a:bodyPr>
          <a:lstStyle/>
          <a:p>
            <a:pPr defTabSz="942289">
              <a:buClr>
                <a:srgbClr val="000000"/>
              </a:buClr>
              <a:buSzPts val="1400"/>
              <a:defRPr/>
            </a:pPr>
            <a:fld id="{00000000-1234-1234-1234-123412341234}" type="slidenum">
              <a:rPr lang="en-US" sz="1400" kern="0">
                <a:solidFill>
                  <a:srgbClr val="000000"/>
                </a:solidFill>
                <a:latin typeface="Arial"/>
                <a:cs typeface="Arial"/>
                <a:sym typeface="Arial"/>
              </a:rPr>
              <a:pPr defTabSz="942289">
                <a:buClr>
                  <a:srgbClr val="000000"/>
                </a:buClr>
                <a:buSzPts val="1400"/>
                <a:defRPr/>
              </a:pPr>
              <a:t>4</a:t>
            </a:fld>
            <a:endParaRPr sz="1400" kern="0">
              <a:solidFill>
                <a:srgbClr val="000000"/>
              </a:solidFill>
              <a:latin typeface="Arial"/>
              <a:cs typeface="Arial"/>
              <a:sym typeface="Arial"/>
            </a:endParaRPr>
          </a:p>
        </p:txBody>
      </p:sp>
    </p:spTree>
    <p:extLst>
      <p:ext uri="{BB962C8B-B14F-4D97-AF65-F5344CB8AC3E}">
        <p14:creationId xmlns:p14="http://schemas.microsoft.com/office/powerpoint/2010/main" val="2896257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B9B9CEDB-8167-92DC-6BA5-649165BBD1F0}"/>
            </a:ext>
          </a:extLst>
        </p:cNvPr>
        <p:cNvGrpSpPr/>
        <p:nvPr/>
      </p:nvGrpSpPr>
      <p:grpSpPr>
        <a:xfrm>
          <a:off x="0" y="0"/>
          <a:ext cx="0" cy="0"/>
          <a:chOff x="0" y="0"/>
          <a:chExt cx="0" cy="0"/>
        </a:xfrm>
      </p:grpSpPr>
      <p:sp>
        <p:nvSpPr>
          <p:cNvPr id="825" name="Google Shape;825;p23:notes">
            <a:extLst>
              <a:ext uri="{FF2B5EF4-FFF2-40B4-BE49-F238E27FC236}">
                <a16:creationId xmlns:a16="http://schemas.microsoft.com/office/drawing/2014/main" id="{D8063366-45F5-F81E-4A47-A173FDF8F807}"/>
              </a:ext>
            </a:extLst>
          </p:cNvPr>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p23:notes">
            <a:extLst>
              <a:ext uri="{FF2B5EF4-FFF2-40B4-BE49-F238E27FC236}">
                <a16:creationId xmlns:a16="http://schemas.microsoft.com/office/drawing/2014/main" id="{6CF16AEC-E978-9B9A-49AE-8166F50F1A71}"/>
              </a:ext>
            </a:extLst>
          </p:cNvPr>
          <p:cNvSpPr txBox="1">
            <a:spLocks noGrp="1"/>
          </p:cNvSpPr>
          <p:nvPr>
            <p:ph type="body" idx="1"/>
          </p:nvPr>
        </p:nvSpPr>
        <p:spPr>
          <a:xfrm>
            <a:off x="710248" y="4518204"/>
            <a:ext cx="5681980" cy="3696712"/>
          </a:xfrm>
          <a:prstGeom prst="rect">
            <a:avLst/>
          </a:prstGeom>
          <a:noFill/>
          <a:ln>
            <a:noFill/>
          </a:ln>
        </p:spPr>
        <p:txBody>
          <a:bodyPr spcFirstLastPara="1" wrap="square" lIns="94213" tIns="47094" rIns="94213" bIns="47094" anchor="t" anchorCtr="0">
            <a:noAutofit/>
          </a:bodyPr>
          <a:lstStyle/>
          <a:p>
            <a:pPr>
              <a:buSzPts val="1400"/>
            </a:pPr>
            <a:endParaRPr/>
          </a:p>
        </p:txBody>
      </p:sp>
      <p:sp>
        <p:nvSpPr>
          <p:cNvPr id="827" name="Google Shape;827;p23:notes">
            <a:extLst>
              <a:ext uri="{FF2B5EF4-FFF2-40B4-BE49-F238E27FC236}">
                <a16:creationId xmlns:a16="http://schemas.microsoft.com/office/drawing/2014/main" id="{74E06925-EE92-C937-4A47-8BD9269F10CB}"/>
              </a:ext>
            </a:extLst>
          </p:cNvPr>
          <p:cNvSpPr txBox="1">
            <a:spLocks noGrp="1"/>
          </p:cNvSpPr>
          <p:nvPr>
            <p:ph type="sldNum" idx="12"/>
          </p:nvPr>
        </p:nvSpPr>
        <p:spPr>
          <a:xfrm>
            <a:off x="4023092" y="8917422"/>
            <a:ext cx="3077739" cy="471053"/>
          </a:xfrm>
          <a:prstGeom prst="rect">
            <a:avLst/>
          </a:prstGeom>
          <a:noFill/>
          <a:ln>
            <a:noFill/>
          </a:ln>
        </p:spPr>
        <p:txBody>
          <a:bodyPr spcFirstLastPara="1" wrap="square" lIns="94213" tIns="47094" rIns="94213" bIns="47094" anchor="b" anchorCtr="0">
            <a:noAutofit/>
          </a:bodyPr>
          <a:lstStyle/>
          <a:p>
            <a:pPr defTabSz="942289">
              <a:buClr>
                <a:srgbClr val="000000"/>
              </a:buClr>
              <a:buSzPts val="1400"/>
              <a:defRPr/>
            </a:pPr>
            <a:fld id="{00000000-1234-1234-1234-123412341234}" type="slidenum">
              <a:rPr lang="en-US" sz="1400" kern="0">
                <a:solidFill>
                  <a:srgbClr val="000000"/>
                </a:solidFill>
                <a:latin typeface="Arial"/>
                <a:cs typeface="Arial"/>
                <a:sym typeface="Arial"/>
              </a:rPr>
              <a:pPr defTabSz="942289">
                <a:buClr>
                  <a:srgbClr val="000000"/>
                </a:buClr>
                <a:buSzPts val="1400"/>
                <a:defRPr/>
              </a:pPr>
              <a:t>5</a:t>
            </a:fld>
            <a:endParaRPr sz="1400" kern="0">
              <a:solidFill>
                <a:srgbClr val="000000"/>
              </a:solidFill>
              <a:latin typeface="Arial"/>
              <a:cs typeface="Arial"/>
              <a:sym typeface="Arial"/>
            </a:endParaRPr>
          </a:p>
        </p:txBody>
      </p:sp>
    </p:spTree>
    <p:extLst>
      <p:ext uri="{BB962C8B-B14F-4D97-AF65-F5344CB8AC3E}">
        <p14:creationId xmlns:p14="http://schemas.microsoft.com/office/powerpoint/2010/main" val="1737888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77633F04-30FE-0323-BD2E-6AA177A9E326}"/>
            </a:ext>
          </a:extLst>
        </p:cNvPr>
        <p:cNvGrpSpPr/>
        <p:nvPr/>
      </p:nvGrpSpPr>
      <p:grpSpPr>
        <a:xfrm>
          <a:off x="0" y="0"/>
          <a:ext cx="0" cy="0"/>
          <a:chOff x="0" y="0"/>
          <a:chExt cx="0" cy="0"/>
        </a:xfrm>
      </p:grpSpPr>
      <p:sp>
        <p:nvSpPr>
          <p:cNvPr id="825" name="Google Shape;825;p23:notes">
            <a:extLst>
              <a:ext uri="{FF2B5EF4-FFF2-40B4-BE49-F238E27FC236}">
                <a16:creationId xmlns:a16="http://schemas.microsoft.com/office/drawing/2014/main" id="{E2E9C2E0-4B18-C3A1-C35A-2105980578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p23:notes">
            <a:extLst>
              <a:ext uri="{FF2B5EF4-FFF2-40B4-BE49-F238E27FC236}">
                <a16:creationId xmlns:a16="http://schemas.microsoft.com/office/drawing/2014/main" id="{A6644DDE-3606-8AB1-5E5E-2479A1567B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p23:notes">
            <a:extLst>
              <a:ext uri="{FF2B5EF4-FFF2-40B4-BE49-F238E27FC236}">
                <a16:creationId xmlns:a16="http://schemas.microsoft.com/office/drawing/2014/main" id="{C3276778-F5A0-C67D-18E7-8757E681DC4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276217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oleObject" Target="../embeddings/oleObject2.bin"/><Relationship Id="rId7" Type="http://schemas.microsoft.com/office/2007/relationships/hdphoto" Target="../media/hdphoto1.wdp"/><Relationship Id="rId2" Type="http://schemas.openxmlformats.org/officeDocument/2006/relationships/slideMaster" Target="../slideMasters/slideMaster3.xml"/><Relationship Id="rId1" Type="http://schemas.openxmlformats.org/officeDocument/2006/relationships/tags" Target="../tags/tag3.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emf"/><Relationship Id="rId9"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amp; Subtitle">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1190625" y="401829"/>
            <a:ext cx="9810844" cy="2321849"/>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4800"/>
              <a:buFont typeface="Helvetica Neue"/>
              <a:buNone/>
              <a:defRPr b="1">
                <a:latin typeface="Helvetica Neue"/>
                <a:ea typeface="Helvetica Neue"/>
                <a:cs typeface="Helvetica Neue"/>
                <a:sym typeface="Helvetica Neu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1" name="Google Shape;11;p29"/>
          <p:cNvSpPr txBox="1">
            <a:spLocks noGrp="1"/>
          </p:cNvSpPr>
          <p:nvPr>
            <p:ph type="body" idx="1"/>
          </p:nvPr>
        </p:nvSpPr>
        <p:spPr>
          <a:xfrm>
            <a:off x="1190625" y="3096285"/>
            <a:ext cx="9810844" cy="2294081"/>
          </a:xfrm>
          <a:prstGeom prst="rect">
            <a:avLst/>
          </a:prstGeom>
          <a:noFill/>
          <a:ln>
            <a:noFill/>
          </a:ln>
        </p:spPr>
        <p:txBody>
          <a:bodyPr spcFirstLastPara="1" wrap="square" lIns="50800" tIns="50800" rIns="50800" bIns="50800" anchor="t" anchorCtr="0">
            <a:normAutofit/>
          </a:bodyPr>
          <a:lstStyle>
            <a:lvl1pPr marL="395478" lvl="0" indent="-197739" algn="ctr">
              <a:lnSpc>
                <a:spcPct val="100000"/>
              </a:lnSpc>
              <a:spcBef>
                <a:spcPts val="0"/>
              </a:spcBef>
              <a:spcAft>
                <a:spcPts val="0"/>
              </a:spcAft>
              <a:buClr>
                <a:srgbClr val="000000"/>
              </a:buClr>
              <a:buSzPts val="1800"/>
              <a:buFont typeface="Helvetica Neue"/>
              <a:buNone/>
              <a:defRPr sz="1557"/>
            </a:lvl1pPr>
            <a:lvl2pPr marL="790956" lvl="1" indent="-197739" algn="ctr">
              <a:lnSpc>
                <a:spcPct val="100000"/>
              </a:lnSpc>
              <a:spcBef>
                <a:spcPts val="0"/>
              </a:spcBef>
              <a:spcAft>
                <a:spcPts val="0"/>
              </a:spcAft>
              <a:buClr>
                <a:srgbClr val="000000"/>
              </a:buClr>
              <a:buSzPts val="1800"/>
              <a:buFont typeface="Helvetica Neue"/>
              <a:buNone/>
              <a:defRPr sz="1557"/>
            </a:lvl2pPr>
            <a:lvl3pPr marL="1186434" lvl="2" indent="-197739" algn="ctr">
              <a:lnSpc>
                <a:spcPct val="100000"/>
              </a:lnSpc>
              <a:spcBef>
                <a:spcPts val="0"/>
              </a:spcBef>
              <a:spcAft>
                <a:spcPts val="0"/>
              </a:spcAft>
              <a:buClr>
                <a:srgbClr val="000000"/>
              </a:buClr>
              <a:buSzPts val="1800"/>
              <a:buFont typeface="Helvetica Neue"/>
              <a:buNone/>
              <a:defRPr sz="1557"/>
            </a:lvl3pPr>
            <a:lvl4pPr marL="1581912" lvl="3" indent="-197739" algn="ctr">
              <a:lnSpc>
                <a:spcPct val="100000"/>
              </a:lnSpc>
              <a:spcBef>
                <a:spcPts val="0"/>
              </a:spcBef>
              <a:spcAft>
                <a:spcPts val="0"/>
              </a:spcAft>
              <a:buClr>
                <a:srgbClr val="000000"/>
              </a:buClr>
              <a:buSzPts val="1800"/>
              <a:buFont typeface="Helvetica Neue"/>
              <a:buNone/>
              <a:defRPr sz="1557"/>
            </a:lvl4pPr>
            <a:lvl5pPr marL="1977390" lvl="4" indent="-197739" algn="ctr">
              <a:lnSpc>
                <a:spcPct val="100000"/>
              </a:lnSpc>
              <a:spcBef>
                <a:spcPts val="0"/>
              </a:spcBef>
              <a:spcAft>
                <a:spcPts val="0"/>
              </a:spcAft>
              <a:buClr>
                <a:srgbClr val="000000"/>
              </a:buClr>
              <a:buSzPts val="1800"/>
              <a:buFont typeface="Helvetica Neue"/>
              <a:buNone/>
              <a:defRPr sz="1557"/>
            </a:lvl5pPr>
            <a:lvl6pPr marL="2372868" lvl="5" indent="-296609" algn="l">
              <a:lnSpc>
                <a:spcPct val="100000"/>
              </a:lnSpc>
              <a:spcBef>
                <a:spcPts val="3633"/>
              </a:spcBef>
              <a:spcAft>
                <a:spcPts val="0"/>
              </a:spcAft>
              <a:buClr>
                <a:srgbClr val="000000"/>
              </a:buClr>
              <a:buSzPts val="1800"/>
              <a:buChar char="•"/>
              <a:defRPr sz="1557"/>
            </a:lvl6pPr>
            <a:lvl7pPr marL="2768346" lvl="6" indent="-296609" algn="l">
              <a:lnSpc>
                <a:spcPct val="100000"/>
              </a:lnSpc>
              <a:spcBef>
                <a:spcPts val="3633"/>
              </a:spcBef>
              <a:spcAft>
                <a:spcPts val="0"/>
              </a:spcAft>
              <a:buClr>
                <a:srgbClr val="000000"/>
              </a:buClr>
              <a:buSzPts val="1800"/>
              <a:buChar char="•"/>
              <a:defRPr sz="1557"/>
            </a:lvl7pPr>
            <a:lvl8pPr marL="3163824" lvl="7" indent="-296609" algn="l">
              <a:lnSpc>
                <a:spcPct val="100000"/>
              </a:lnSpc>
              <a:spcBef>
                <a:spcPts val="3633"/>
              </a:spcBef>
              <a:spcAft>
                <a:spcPts val="0"/>
              </a:spcAft>
              <a:buClr>
                <a:srgbClr val="000000"/>
              </a:buClr>
              <a:buSzPts val="1800"/>
              <a:buChar char="•"/>
              <a:defRPr sz="1557"/>
            </a:lvl8pPr>
            <a:lvl9pPr marL="3559302" lvl="8" indent="-296609" algn="l">
              <a:lnSpc>
                <a:spcPct val="100000"/>
              </a:lnSpc>
              <a:spcBef>
                <a:spcPts val="3633"/>
              </a:spcBef>
              <a:spcAft>
                <a:spcPts val="0"/>
              </a:spcAft>
              <a:buClr>
                <a:srgbClr val="000000"/>
              </a:buClr>
              <a:buSzPts val="1800"/>
              <a:buChar char="•"/>
              <a:defRPr sz="1557"/>
            </a:lvl9pPr>
          </a:lstStyle>
          <a:p>
            <a:endParaRPr/>
          </a:p>
        </p:txBody>
      </p:sp>
      <p:sp>
        <p:nvSpPr>
          <p:cNvPr id="12" name="Google Shape;12;p29"/>
          <p:cNvSpPr txBox="1">
            <a:spLocks noGrp="1"/>
          </p:cNvSpPr>
          <p:nvPr>
            <p:ph type="sldNum" idx="12"/>
          </p:nvPr>
        </p:nvSpPr>
        <p:spPr>
          <a:xfrm>
            <a:off x="11637711" y="6461315"/>
            <a:ext cx="490219" cy="34221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600"/>
              <a:buFont typeface="Helvetica Neue"/>
              <a:buNone/>
              <a:defRPr sz="1557" b="0" i="0" u="none" strike="noStrike" cap="none">
                <a:solidFill>
                  <a:srgbClr val="7030A0"/>
                </a:solidFill>
                <a:latin typeface="+mn-lt"/>
                <a:ea typeface="Helvetica Neue"/>
                <a:cs typeface="Helvetica Neue"/>
                <a:sym typeface="Helvetica Neue"/>
              </a:defRPr>
            </a:lvl1pPr>
            <a:lvl2pPr marL="0" marR="0" lvl="1"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
        <p:nvSpPr>
          <p:cNvPr id="13" name="Google Shape;13;p29"/>
          <p:cNvSpPr txBox="1"/>
          <p:nvPr/>
        </p:nvSpPr>
        <p:spPr>
          <a:xfrm>
            <a:off x="1034143" y="5928814"/>
            <a:ext cx="10258600" cy="820410"/>
          </a:xfrm>
          <a:prstGeom prst="rect">
            <a:avLst/>
          </a:prstGeom>
          <a:noFill/>
          <a:ln>
            <a:noFill/>
          </a:ln>
        </p:spPr>
        <p:txBody>
          <a:bodyPr spcFirstLastPara="1" wrap="square" lIns="79086" tIns="79086" rIns="79086" bIns="79086" anchor="t" anchorCtr="0">
            <a:spAutoFit/>
          </a:bodyPr>
          <a:lstStyle/>
          <a:p>
            <a:pPr marL="0" marR="0" lvl="0" indent="0" algn="ctr" rtl="0">
              <a:lnSpc>
                <a:spcPct val="100000"/>
              </a:lnSpc>
              <a:spcBef>
                <a:spcPts val="1038"/>
              </a:spcBef>
              <a:spcAft>
                <a:spcPts val="0"/>
              </a:spcAft>
              <a:buClr>
                <a:srgbClr val="000000"/>
              </a:buClr>
              <a:buSzPts val="700"/>
              <a:buFont typeface="Arial"/>
              <a:buNone/>
            </a:pPr>
            <a:r>
              <a:rPr lang="en-US" sz="865" b="0" i="0" u="none" strike="noStrike" cap="none">
                <a:solidFill>
                  <a:schemeClr val="dk1"/>
                </a:solidFill>
                <a:latin typeface="+mn-lt"/>
                <a:ea typeface="Helvetica Neue"/>
                <a:cs typeface="Helvetica Neue"/>
                <a:sym typeface="Helvetica Neue"/>
              </a:rPr>
              <a:t>"This proposal includes data that shall not be disclosed outside the Government and shall not be duplicated, used, or disclosed-in whole or in part-for any purpose other than to evaluate this proposal. If, however, a contract is awarded to this offeror as a result of – or in connection with – the submission of this data, the Government shall have the right to duplicate, use, or disclose the data to the extent provided in the resulting contract. This restriction does not limit the Government's right to use information contained in this data if it is obtained from another source without restriction. The data subject to this restriction are contained in pages [2 - 18]"</a:t>
            </a:r>
            <a:endParaRPr sz="865" b="0" i="0" u="none" strike="noStrike" cap="none">
              <a:solidFill>
                <a:schemeClr val="dk1"/>
              </a:solidFill>
              <a:latin typeface="+mn-lt"/>
              <a:ea typeface="Helvetica Neue"/>
              <a:cs typeface="Helvetica Neue"/>
              <a:sym typeface="Helvetica Neue"/>
            </a:endParaRPr>
          </a:p>
        </p:txBody>
      </p:sp>
    </p:spTree>
    <p:extLst>
      <p:ext uri="{BB962C8B-B14F-4D97-AF65-F5344CB8AC3E}">
        <p14:creationId xmlns:p14="http://schemas.microsoft.com/office/powerpoint/2010/main" val="2949521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21"/>
        <p:cNvGrpSpPr/>
        <p:nvPr/>
      </p:nvGrpSpPr>
      <p:grpSpPr>
        <a:xfrm>
          <a:off x="0" y="0"/>
          <a:ext cx="0" cy="0"/>
          <a:chOff x="0" y="0"/>
          <a:chExt cx="0" cy="0"/>
        </a:xfrm>
      </p:grpSpPr>
      <p:sp>
        <p:nvSpPr>
          <p:cNvPr id="22" name="Google Shape;22;p31"/>
          <p:cNvSpPr txBox="1">
            <a:spLocks noGrp="1"/>
          </p:cNvSpPr>
          <p:nvPr>
            <p:ph type="sldNum" idx="12"/>
          </p:nvPr>
        </p:nvSpPr>
        <p:spPr>
          <a:xfrm>
            <a:off x="11637711" y="6461315"/>
            <a:ext cx="490219" cy="31559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pic>
        <p:nvPicPr>
          <p:cNvPr id="23" name="Google Shape;23;p31"/>
          <p:cNvPicPr preferRelativeResize="0"/>
          <p:nvPr/>
        </p:nvPicPr>
        <p:blipFill rotWithShape="1">
          <a:blip r:embed="rId2">
            <a:alphaModFix/>
          </a:blip>
          <a:srcRect/>
          <a:stretch/>
        </p:blipFill>
        <p:spPr>
          <a:xfrm>
            <a:off x="10251188" y="85463"/>
            <a:ext cx="1767676" cy="355653"/>
          </a:xfrm>
          <a:prstGeom prst="rect">
            <a:avLst/>
          </a:prstGeom>
          <a:noFill/>
          <a:ln>
            <a:noFill/>
          </a:ln>
        </p:spPr>
      </p:pic>
      <p:sp>
        <p:nvSpPr>
          <p:cNvPr id="24" name="Google Shape;24;p31"/>
          <p:cNvSpPr txBox="1"/>
          <p:nvPr/>
        </p:nvSpPr>
        <p:spPr>
          <a:xfrm>
            <a:off x="2637610" y="6470353"/>
            <a:ext cx="6916781" cy="407862"/>
          </a:xfrm>
          <a:prstGeom prst="rect">
            <a:avLst/>
          </a:prstGeom>
          <a:noFill/>
          <a:ln>
            <a:noFill/>
          </a:ln>
        </p:spPr>
        <p:txBody>
          <a:bodyPr spcFirstLastPara="1" wrap="square" lIns="79086" tIns="79086" rIns="79086" bIns="79086" anchor="t" anchorCtr="0">
            <a:spAutoFit/>
          </a:bodyPr>
          <a:lstStyle/>
          <a:p>
            <a:pPr marL="0" marR="0" lvl="0" indent="0" algn="ctr" rtl="0">
              <a:lnSpc>
                <a:spcPct val="100000"/>
              </a:lnSpc>
              <a:spcBef>
                <a:spcPts val="1038"/>
              </a:spcBef>
              <a:spcAft>
                <a:spcPts val="0"/>
              </a:spcAft>
              <a:buClr>
                <a:srgbClr val="000000"/>
              </a:buClr>
              <a:buSzPts val="900"/>
              <a:buFont typeface="Arial"/>
              <a:buNone/>
            </a:pPr>
            <a:r>
              <a:rPr lang="en-US" sz="779" b="0" i="0" u="none" strike="noStrike" cap="none">
                <a:solidFill>
                  <a:schemeClr val="dk1"/>
                </a:solidFill>
                <a:latin typeface="Helvetica Neue"/>
                <a:ea typeface="Helvetica Neue"/>
                <a:cs typeface="Helvetica Neue"/>
                <a:sym typeface="Helvetica Neue"/>
              </a:rPr>
              <a:t>"Use or disclosure of data contained on this page is subject to the restriction on the first page of this volume."</a:t>
            </a:r>
            <a:endParaRPr sz="779"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302254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5"/>
        <p:cNvGrpSpPr/>
        <p:nvPr/>
      </p:nvGrpSpPr>
      <p:grpSpPr>
        <a:xfrm>
          <a:off x="0" y="0"/>
          <a:ext cx="0" cy="0"/>
          <a:chOff x="0" y="0"/>
          <a:chExt cx="0" cy="0"/>
        </a:xfrm>
      </p:grpSpPr>
      <p:sp>
        <p:nvSpPr>
          <p:cNvPr id="26" name="Google Shape;26;p32"/>
          <p:cNvSpPr txBox="1">
            <a:spLocks noGrp="1"/>
          </p:cNvSpPr>
          <p:nvPr>
            <p:ph type="sldNum" idx="12"/>
          </p:nvPr>
        </p:nvSpPr>
        <p:spPr>
          <a:xfrm>
            <a:off x="11637711" y="6461315"/>
            <a:ext cx="490219" cy="315599"/>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600"/>
              <a:buFont typeface="Helvetica Neue"/>
              <a:buNone/>
              <a:defRPr sz="1384" b="0" i="0" u="none" strike="noStrike" cap="none">
                <a:solidFill>
                  <a:srgbClr val="000000"/>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pic>
        <p:nvPicPr>
          <p:cNvPr id="27" name="Google Shape;27;p32"/>
          <p:cNvPicPr preferRelativeResize="0"/>
          <p:nvPr/>
        </p:nvPicPr>
        <p:blipFill rotWithShape="1">
          <a:blip r:embed="rId2">
            <a:alphaModFix/>
          </a:blip>
          <a:srcRect/>
          <a:stretch/>
        </p:blipFill>
        <p:spPr>
          <a:xfrm>
            <a:off x="10179750" y="85463"/>
            <a:ext cx="1767676" cy="355653"/>
          </a:xfrm>
          <a:prstGeom prst="rect">
            <a:avLst/>
          </a:prstGeom>
          <a:noFill/>
          <a:ln>
            <a:noFill/>
          </a:ln>
        </p:spPr>
      </p:pic>
      <p:sp>
        <p:nvSpPr>
          <p:cNvPr id="28" name="Google Shape;28;p32"/>
          <p:cNvSpPr txBox="1"/>
          <p:nvPr/>
        </p:nvSpPr>
        <p:spPr>
          <a:xfrm>
            <a:off x="2637610" y="6470353"/>
            <a:ext cx="6916781" cy="407862"/>
          </a:xfrm>
          <a:prstGeom prst="rect">
            <a:avLst/>
          </a:prstGeom>
          <a:noFill/>
          <a:ln>
            <a:noFill/>
          </a:ln>
        </p:spPr>
        <p:txBody>
          <a:bodyPr spcFirstLastPara="1" wrap="square" lIns="79086" tIns="79086" rIns="79086" bIns="79086" anchor="t" anchorCtr="0">
            <a:spAutoFit/>
          </a:bodyPr>
          <a:lstStyle/>
          <a:p>
            <a:pPr marL="0" marR="0" lvl="0" indent="0" algn="ctr" rtl="0">
              <a:lnSpc>
                <a:spcPct val="100000"/>
              </a:lnSpc>
              <a:spcBef>
                <a:spcPts val="1038"/>
              </a:spcBef>
              <a:spcAft>
                <a:spcPts val="0"/>
              </a:spcAft>
              <a:buClr>
                <a:srgbClr val="000000"/>
              </a:buClr>
              <a:buSzPts val="900"/>
              <a:buFont typeface="Arial"/>
              <a:buNone/>
            </a:pPr>
            <a:r>
              <a:rPr lang="en-US" sz="779" b="0" i="0" u="none" strike="noStrike" cap="none">
                <a:solidFill>
                  <a:schemeClr val="dk1"/>
                </a:solidFill>
                <a:latin typeface="Helvetica Neue"/>
                <a:ea typeface="Helvetica Neue"/>
                <a:cs typeface="Helvetica Neue"/>
                <a:sym typeface="Helvetica Neue"/>
              </a:rPr>
              <a:t>"Use or disclosure of data contained on this page is subject to the restriction on the first page of this volume."</a:t>
            </a:r>
            <a:endParaRPr sz="779"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29717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mp; Content (no logo)">
  <p:cSld name="Title &amp; Content (no logo)">
    <p:spTree>
      <p:nvGrpSpPr>
        <p:cNvPr id="1" name="Shape 23"/>
        <p:cNvGrpSpPr/>
        <p:nvPr/>
      </p:nvGrpSpPr>
      <p:grpSpPr>
        <a:xfrm>
          <a:off x="0" y="0"/>
          <a:ext cx="0" cy="0"/>
          <a:chOff x="0" y="0"/>
          <a:chExt cx="0" cy="0"/>
        </a:xfrm>
      </p:grpSpPr>
    </p:spTree>
    <p:extLst>
      <p:ext uri="{BB962C8B-B14F-4D97-AF65-F5344CB8AC3E}">
        <p14:creationId xmlns:p14="http://schemas.microsoft.com/office/powerpoint/2010/main" val="391590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Bullets" userDrawn="1">
  <p:cSld name="1_Title &amp; Bullets">
    <p:spTree>
      <p:nvGrpSpPr>
        <p:cNvPr id="1" name="Shape 14"/>
        <p:cNvGrpSpPr/>
        <p:nvPr/>
      </p:nvGrpSpPr>
      <p:grpSpPr>
        <a:xfrm>
          <a:off x="0" y="0"/>
          <a:ext cx="0" cy="0"/>
          <a:chOff x="0" y="0"/>
          <a:chExt cx="0" cy="0"/>
        </a:xfrm>
      </p:grpSpPr>
      <p:pic>
        <p:nvPicPr>
          <p:cNvPr id="4" name="Picture 2" descr="A purple square with white dots">
            <a:extLst>
              <a:ext uri="{FF2B5EF4-FFF2-40B4-BE49-F238E27FC236}">
                <a16:creationId xmlns:a16="http://schemas.microsoft.com/office/drawing/2014/main" id="{F16C5ADC-C169-F913-FFB3-03C5B521580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9561"/>
            <a:ext cx="12192000" cy="1077913"/>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16;p30"/>
          <p:cNvSpPr txBox="1">
            <a:spLocks noGrp="1"/>
          </p:cNvSpPr>
          <p:nvPr>
            <p:ph type="body" idx="1"/>
          </p:nvPr>
        </p:nvSpPr>
        <p:spPr>
          <a:xfrm>
            <a:off x="892969" y="1617261"/>
            <a:ext cx="10405969" cy="4498706"/>
          </a:xfrm>
          <a:prstGeom prst="rect">
            <a:avLst/>
          </a:prstGeom>
          <a:noFill/>
          <a:ln>
            <a:noFill/>
          </a:ln>
        </p:spPr>
        <p:txBody>
          <a:bodyPr spcFirstLastPara="1" wrap="square" lIns="50800" tIns="50800" rIns="50800" bIns="50800" anchor="t" anchorCtr="0">
            <a:normAutofit/>
          </a:bodyPr>
          <a:lstStyle>
            <a:lvl1pPr marL="395478" lvl="0" indent="-441617" algn="l">
              <a:lnSpc>
                <a:spcPct val="100000"/>
              </a:lnSpc>
              <a:spcBef>
                <a:spcPts val="519"/>
              </a:spcBef>
              <a:spcAft>
                <a:spcPts val="0"/>
              </a:spcAft>
              <a:buClr>
                <a:srgbClr val="000000"/>
              </a:buClr>
              <a:buSzPts val="4440"/>
              <a:buFont typeface="Helvetica Neue"/>
              <a:buChar char="•"/>
              <a:defRPr sz="1384">
                <a:latin typeface="+mn-lt"/>
              </a:defRPr>
            </a:lvl1pPr>
            <a:lvl2pPr marL="790956" lvl="1" indent="-441617" algn="l">
              <a:lnSpc>
                <a:spcPct val="100000"/>
              </a:lnSpc>
              <a:spcBef>
                <a:spcPts val="519"/>
              </a:spcBef>
              <a:spcAft>
                <a:spcPts val="0"/>
              </a:spcAft>
              <a:buClr>
                <a:srgbClr val="000000"/>
              </a:buClr>
              <a:buSzPts val="4440"/>
              <a:buFont typeface="Helvetica Neue"/>
              <a:buChar char="•"/>
              <a:defRPr sz="1384"/>
            </a:lvl2pPr>
            <a:lvl3pPr marL="1186434" lvl="2" indent="-441616" algn="l">
              <a:lnSpc>
                <a:spcPct val="100000"/>
              </a:lnSpc>
              <a:spcBef>
                <a:spcPts val="519"/>
              </a:spcBef>
              <a:spcAft>
                <a:spcPts val="0"/>
              </a:spcAft>
              <a:buClr>
                <a:srgbClr val="000000"/>
              </a:buClr>
              <a:buSzPts val="4440"/>
              <a:buFont typeface="Helvetica Neue"/>
              <a:buChar char="•"/>
              <a:defRPr sz="1384"/>
            </a:lvl3pPr>
            <a:lvl4pPr marL="1581912" lvl="3" indent="-441616" algn="l">
              <a:lnSpc>
                <a:spcPct val="100000"/>
              </a:lnSpc>
              <a:spcBef>
                <a:spcPts val="519"/>
              </a:spcBef>
              <a:spcAft>
                <a:spcPts val="0"/>
              </a:spcAft>
              <a:buClr>
                <a:srgbClr val="000000"/>
              </a:buClr>
              <a:buSzPts val="4440"/>
              <a:buFont typeface="Helvetica Neue"/>
              <a:buChar char="•"/>
              <a:defRPr sz="1384"/>
            </a:lvl4pPr>
            <a:lvl5pPr marL="1977390" lvl="4" indent="-441616" algn="l">
              <a:lnSpc>
                <a:spcPct val="100000"/>
              </a:lnSpc>
              <a:spcBef>
                <a:spcPts val="519"/>
              </a:spcBef>
              <a:spcAft>
                <a:spcPts val="0"/>
              </a:spcAft>
              <a:buClr>
                <a:srgbClr val="000000"/>
              </a:buClr>
              <a:buSzPts val="4440"/>
              <a:buFont typeface="Helvetica Neue"/>
              <a:buChar char="•"/>
              <a:defRPr sz="1384"/>
            </a:lvl5pPr>
            <a:lvl6pPr marL="2372868" lvl="5" indent="-330114" algn="l">
              <a:lnSpc>
                <a:spcPct val="100000"/>
              </a:lnSpc>
              <a:spcBef>
                <a:spcPts val="519"/>
              </a:spcBef>
              <a:spcAft>
                <a:spcPts val="0"/>
              </a:spcAft>
              <a:buClr>
                <a:srgbClr val="000000"/>
              </a:buClr>
              <a:buSzPts val="2410"/>
              <a:buChar char="•"/>
              <a:defRPr sz="1384"/>
            </a:lvl6pPr>
            <a:lvl7pPr marL="2768346" lvl="6" indent="-330114" algn="l">
              <a:lnSpc>
                <a:spcPct val="100000"/>
              </a:lnSpc>
              <a:spcBef>
                <a:spcPts val="519"/>
              </a:spcBef>
              <a:spcAft>
                <a:spcPts val="0"/>
              </a:spcAft>
              <a:buClr>
                <a:srgbClr val="000000"/>
              </a:buClr>
              <a:buSzPts val="2410"/>
              <a:buChar char="•"/>
              <a:defRPr sz="1384"/>
            </a:lvl7pPr>
            <a:lvl8pPr marL="3163824" lvl="7" indent="-330113" algn="l">
              <a:lnSpc>
                <a:spcPct val="100000"/>
              </a:lnSpc>
              <a:spcBef>
                <a:spcPts val="519"/>
              </a:spcBef>
              <a:spcAft>
                <a:spcPts val="0"/>
              </a:spcAft>
              <a:buClr>
                <a:srgbClr val="000000"/>
              </a:buClr>
              <a:buSzPts val="2410"/>
              <a:buChar char="•"/>
              <a:defRPr sz="1384"/>
            </a:lvl8pPr>
            <a:lvl9pPr marL="3559302" lvl="8" indent="-330113" algn="l">
              <a:lnSpc>
                <a:spcPct val="100000"/>
              </a:lnSpc>
              <a:spcBef>
                <a:spcPts val="519"/>
              </a:spcBef>
              <a:spcAft>
                <a:spcPts val="0"/>
              </a:spcAft>
              <a:buClr>
                <a:srgbClr val="000000"/>
              </a:buClr>
              <a:buSzPts val="2410"/>
              <a:buChar char="•"/>
              <a:defRPr sz="1384"/>
            </a:lvl9pPr>
          </a:lstStyle>
          <a:p>
            <a:endParaRPr/>
          </a:p>
        </p:txBody>
      </p:sp>
      <p:sp>
        <p:nvSpPr>
          <p:cNvPr id="17" name="Google Shape;17;p30"/>
          <p:cNvSpPr txBox="1"/>
          <p:nvPr/>
        </p:nvSpPr>
        <p:spPr>
          <a:xfrm>
            <a:off x="11637711" y="6461314"/>
            <a:ext cx="490219" cy="328364"/>
          </a:xfrm>
          <a:prstGeom prst="rect">
            <a:avLst/>
          </a:prstGeom>
          <a:noFill/>
          <a:ln>
            <a:noFill/>
          </a:ln>
        </p:spPr>
        <p:txBody>
          <a:bodyPr spcFirstLastPara="1" wrap="square" lIns="43944" tIns="43944" rIns="43944" bIns="43944" anchor="t" anchorCtr="0">
            <a:spAutoFit/>
          </a:bodyPr>
          <a:lstStyle/>
          <a:p>
            <a:pPr marL="0" marR="0" lvl="0" indent="0" algn="ctr" rtl="0">
              <a:lnSpc>
                <a:spcPct val="100000"/>
              </a:lnSpc>
              <a:spcBef>
                <a:spcPts val="0"/>
              </a:spcBef>
              <a:spcAft>
                <a:spcPts val="0"/>
              </a:spcAft>
              <a:buClr>
                <a:srgbClr val="000000"/>
              </a:buClr>
              <a:buSzPts val="1600"/>
              <a:buFont typeface="Helvetica Neue"/>
              <a:buNone/>
            </a:pPr>
            <a:fld id="{00000000-1234-1234-1234-123412341234}" type="slidenum">
              <a:rPr lang="en-US" sz="1557" b="0" i="0" u="none" strike="noStrike" cap="none" baseline="0">
                <a:solidFill>
                  <a:srgbClr val="574B7B"/>
                </a:solidFill>
                <a:latin typeface="+mn-lt"/>
                <a:ea typeface="Helvetica Neue"/>
                <a:cs typeface="Helvetica Neue"/>
                <a:sym typeface="Helvetica Neue"/>
              </a:rPr>
              <a:pPr marL="0" marR="0" lvl="0" indent="0" algn="ctr" rtl="0">
                <a:lnSpc>
                  <a:spcPct val="100000"/>
                </a:lnSpc>
                <a:spcBef>
                  <a:spcPts val="0"/>
                </a:spcBef>
                <a:spcAft>
                  <a:spcPts val="0"/>
                </a:spcAft>
                <a:buClr>
                  <a:srgbClr val="000000"/>
                </a:buClr>
                <a:buSzPts val="1600"/>
                <a:buFont typeface="Helvetica Neue"/>
                <a:buNone/>
              </a:pPr>
              <a:t>‹#›</a:t>
            </a:fld>
            <a:endParaRPr sz="1557" b="0" i="0" u="none" strike="noStrike" cap="none" baseline="0">
              <a:solidFill>
                <a:srgbClr val="574B7B"/>
              </a:solidFill>
              <a:latin typeface="+mn-lt"/>
              <a:ea typeface="Helvetica Neue"/>
              <a:cs typeface="Helvetica Neue"/>
              <a:sym typeface="Helvetica Neue"/>
            </a:endParaRPr>
          </a:p>
        </p:txBody>
      </p:sp>
      <p:sp>
        <p:nvSpPr>
          <p:cNvPr id="18" name="Google Shape;18;p30"/>
          <p:cNvSpPr txBox="1"/>
          <p:nvPr/>
        </p:nvSpPr>
        <p:spPr>
          <a:xfrm>
            <a:off x="2676475" y="6435181"/>
            <a:ext cx="6916781" cy="421070"/>
          </a:xfrm>
          <a:prstGeom prst="rect">
            <a:avLst/>
          </a:prstGeom>
          <a:noFill/>
          <a:ln>
            <a:noFill/>
          </a:ln>
        </p:spPr>
        <p:txBody>
          <a:bodyPr spcFirstLastPara="1" wrap="square" lIns="79086" tIns="79086" rIns="79086" bIns="79086" anchor="t" anchorCtr="0">
            <a:spAutoFit/>
          </a:bodyPr>
          <a:lstStyle/>
          <a:p>
            <a:pPr marL="0" marR="0" lvl="0" indent="0" algn="ctr" rtl="0">
              <a:lnSpc>
                <a:spcPct val="100000"/>
              </a:lnSpc>
              <a:spcBef>
                <a:spcPts val="1038"/>
              </a:spcBef>
              <a:spcAft>
                <a:spcPts val="0"/>
              </a:spcAft>
              <a:buClr>
                <a:srgbClr val="000000"/>
              </a:buClr>
              <a:buSzPts val="900"/>
              <a:buFont typeface="Arial"/>
              <a:buNone/>
            </a:pPr>
            <a:r>
              <a:rPr lang="en-US" sz="865" b="0" i="0" u="none" strike="noStrike" cap="none">
                <a:solidFill>
                  <a:schemeClr val="tx1"/>
                </a:solidFill>
                <a:latin typeface="+mn-lt"/>
                <a:ea typeface="Helvetica Neue"/>
                <a:cs typeface="Helvetica Neue"/>
                <a:sym typeface="Helvetica Neue"/>
              </a:rPr>
              <a:t>"Use or disclosure of data contained on this page is subject to the restriction on the first page of this volume."</a:t>
            </a:r>
            <a:endParaRPr sz="865" b="0" i="0" u="none" strike="noStrike" cap="none">
              <a:solidFill>
                <a:schemeClr val="tx1"/>
              </a:solidFill>
              <a:latin typeface="+mn-lt"/>
              <a:ea typeface="Helvetica Neue"/>
              <a:cs typeface="Helvetica Neue"/>
              <a:sym typeface="Helvetica Neue"/>
            </a:endParaRPr>
          </a:p>
        </p:txBody>
      </p:sp>
      <p:pic>
        <p:nvPicPr>
          <p:cNvPr id="3" name="Google Shape;37;p6">
            <a:extLst>
              <a:ext uri="{FF2B5EF4-FFF2-40B4-BE49-F238E27FC236}">
                <a16:creationId xmlns:a16="http://schemas.microsoft.com/office/drawing/2014/main" id="{E765571D-01A8-6AA3-1CDF-6F01301B01B7}"/>
              </a:ext>
            </a:extLst>
          </p:cNvPr>
          <p:cNvPicPr preferRelativeResize="0"/>
          <p:nvPr userDrawn="1"/>
        </p:nvPicPr>
        <p:blipFill rotWithShape="1">
          <a:blip r:embed="rId3">
            <a:alphaModFix/>
          </a:blip>
          <a:srcRect/>
          <a:stretch/>
        </p:blipFill>
        <p:spPr>
          <a:xfrm>
            <a:off x="-113969" y="-210993"/>
            <a:ext cx="6715937" cy="1500977"/>
          </a:xfrm>
          <a:prstGeom prst="rect">
            <a:avLst/>
          </a:prstGeom>
          <a:noFill/>
          <a:ln>
            <a:noFill/>
          </a:ln>
        </p:spPr>
      </p:pic>
    </p:spTree>
    <p:extLst>
      <p:ext uri="{BB962C8B-B14F-4D97-AF65-F5344CB8AC3E}">
        <p14:creationId xmlns:p14="http://schemas.microsoft.com/office/powerpoint/2010/main" val="2709998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amp; Content (no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9466708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Tree>
    <p:extLst>
      <p:ext uri="{BB962C8B-B14F-4D97-AF65-F5344CB8AC3E}">
        <p14:creationId xmlns:p14="http://schemas.microsoft.com/office/powerpoint/2010/main" val="3457953621"/>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16" name="Content Placeholder 15">
            <a:extLst>
              <a:ext uri="{FF2B5EF4-FFF2-40B4-BE49-F238E27FC236}">
                <a16:creationId xmlns:a16="http://schemas.microsoft.com/office/drawing/2014/main" id="{7DC86CFC-3FBB-1B85-2564-8A7A27BE4EC2}"/>
              </a:ext>
            </a:extLst>
          </p:cNvPr>
          <p:cNvSpPr>
            <a:spLocks noGrp="1"/>
          </p:cNvSpPr>
          <p:nvPr>
            <p:ph sz="quarter" idx="14"/>
          </p:nvPr>
        </p:nvSpPr>
        <p:spPr>
          <a:xfrm>
            <a:off x="479568" y="1147234"/>
            <a:ext cx="11255231" cy="4804833"/>
          </a:xfrm>
        </p:spPr>
        <p:txBody>
          <a:bodyPr/>
          <a:lstStyle>
            <a:lvl1pPr algn="l">
              <a:spcAft>
                <a:spcPts val="0"/>
              </a:spcAft>
              <a:defRPr sz="1867" b="1" i="0">
                <a:solidFill>
                  <a:schemeClr val="accent1">
                    <a:lumMod val="50000"/>
                  </a:schemeClr>
                </a:solidFill>
                <a:latin typeface="Calibri" panose="020F0502020204030204" pitchFamily="34" charset="0"/>
                <a:cs typeface="Calibri" panose="020F0502020204030204" pitchFamily="34" charset="0"/>
              </a:defRPr>
            </a:lvl1pPr>
            <a:lvl2pPr>
              <a:spcBef>
                <a:spcPts val="800"/>
              </a:spcBef>
              <a:spcAft>
                <a:spcPts val="0"/>
              </a:spcAft>
              <a:defRPr sz="1867" b="0" i="0">
                <a:latin typeface="Calibri Light" panose="020F0302020204030204" pitchFamily="34" charset="0"/>
                <a:cs typeface="Calibri Light" panose="020F0302020204030204" pitchFamily="34" charset="0"/>
              </a:defRPr>
            </a:lvl2pPr>
            <a:lvl3pPr marL="162980" indent="-152396">
              <a:tabLst/>
              <a:defRPr/>
            </a:lvl3pPr>
            <a:lvl4pPr marL="313259" indent="-150280">
              <a:buClr>
                <a:schemeClr val="accent2"/>
              </a:buClr>
              <a:buFont typeface="Arial" panose="020B0604020202020204" pitchFamily="34" charset="0"/>
              <a:buChar char="•"/>
              <a:tabLst/>
              <a:defRPr/>
            </a:lvl4pPr>
            <a:lvl5pPr marL="465655" indent="-152396">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09810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bg>
      <p:bgPr>
        <a:solidFill>
          <a:schemeClr val="accent2"/>
        </a:solidFill>
        <a:effectLst/>
      </p:bgPr>
    </p:bg>
    <p:spTree>
      <p:nvGrpSpPr>
        <p:cNvPr id="1" name="Shape 12"/>
        <p:cNvGrpSpPr/>
        <p:nvPr/>
      </p:nvGrpSpPr>
      <p:grpSpPr>
        <a:xfrm>
          <a:off x="0" y="0"/>
          <a:ext cx="0" cy="0"/>
          <a:chOff x="0" y="0"/>
          <a:chExt cx="0" cy="0"/>
        </a:xfrm>
      </p:grpSpPr>
      <p:sp>
        <p:nvSpPr>
          <p:cNvPr id="13" name="Title 12">
            <a:extLst>
              <a:ext uri="{FF2B5EF4-FFF2-40B4-BE49-F238E27FC236}">
                <a16:creationId xmlns:a16="http://schemas.microsoft.com/office/drawing/2014/main" id="{75E6D756-F0AF-CA58-5792-417B71D542BB}"/>
              </a:ext>
            </a:extLst>
          </p:cNvPr>
          <p:cNvSpPr>
            <a:spLocks noGrp="1"/>
          </p:cNvSpPr>
          <p:nvPr>
            <p:ph type="title"/>
          </p:nvPr>
        </p:nvSpPr>
        <p:spPr>
          <a:xfrm>
            <a:off x="459544" y="1147690"/>
            <a:ext cx="8074856" cy="1138311"/>
          </a:xfrm>
        </p:spPr>
        <p:txBody>
          <a:bodyPr anchor="ctr"/>
          <a:lstStyle>
            <a:lvl1pPr>
              <a:defRPr sz="3733">
                <a:solidFill>
                  <a:schemeClr val="bg2"/>
                </a:solidFill>
              </a:defRPr>
            </a:lvl1pPr>
          </a:lstStyle>
          <a:p>
            <a:r>
              <a:rPr lang="en-US"/>
              <a:t>Click to edit Master title style</a:t>
            </a:r>
          </a:p>
        </p:txBody>
      </p:sp>
      <p:sp>
        <p:nvSpPr>
          <p:cNvPr id="15" name="Content Placeholder 14">
            <a:extLst>
              <a:ext uri="{FF2B5EF4-FFF2-40B4-BE49-F238E27FC236}">
                <a16:creationId xmlns:a16="http://schemas.microsoft.com/office/drawing/2014/main" id="{5733F30B-BF9E-0D08-A8BF-79721F334895}"/>
              </a:ext>
            </a:extLst>
          </p:cNvPr>
          <p:cNvSpPr>
            <a:spLocks noGrp="1"/>
          </p:cNvSpPr>
          <p:nvPr>
            <p:ph sz="quarter" idx="10"/>
          </p:nvPr>
        </p:nvSpPr>
        <p:spPr>
          <a:xfrm>
            <a:off x="459545" y="2362201"/>
            <a:ext cx="8074855" cy="3937000"/>
          </a:xfrm>
        </p:spPr>
        <p:txBody>
          <a:bodyPr/>
          <a:lstStyle>
            <a:lvl1pPr marL="21166" indent="0">
              <a:spcBef>
                <a:spcPts val="800"/>
              </a:spcBef>
              <a:spcAft>
                <a:spcPts val="0"/>
              </a:spcAft>
              <a:buFontTx/>
              <a:buNone/>
              <a:tabLst/>
              <a:defRPr sz="1867" b="1" i="0">
                <a:solidFill>
                  <a:schemeClr val="bg2"/>
                </a:solidFill>
                <a:latin typeface="Roboto" pitchFamily="2" charset="0"/>
                <a:ea typeface="Roboto" pitchFamily="2" charset="0"/>
              </a:defRPr>
            </a:lvl1pPr>
            <a:lvl2pPr marL="21166" indent="0">
              <a:spcBef>
                <a:spcPts val="800"/>
              </a:spcBef>
              <a:spcAft>
                <a:spcPts val="0"/>
              </a:spcAft>
              <a:buFontTx/>
              <a:buNone/>
              <a:tabLst/>
              <a:defRPr sz="1467" b="0" i="0">
                <a:solidFill>
                  <a:schemeClr val="bg2"/>
                </a:solidFill>
                <a:latin typeface="Roboto Lt" pitchFamily="2" charset="0"/>
                <a:ea typeface="Roboto Lt" pitchFamily="2" charset="0"/>
              </a:defRPr>
            </a:lvl2pPr>
            <a:lvl3pPr marL="21166" indent="0">
              <a:spcBef>
                <a:spcPts val="800"/>
              </a:spcBef>
              <a:spcAft>
                <a:spcPts val="0"/>
              </a:spcAft>
              <a:buFontTx/>
              <a:buNone/>
              <a:tabLst/>
              <a:defRPr sz="1067">
                <a:solidFill>
                  <a:schemeClr val="bg2"/>
                </a:solidFill>
              </a:defRPr>
            </a:lvl3pPr>
            <a:lvl4pPr marL="249760" indent="-228594">
              <a:spcBef>
                <a:spcPts val="800"/>
              </a:spcBef>
              <a:spcAft>
                <a:spcPts val="0"/>
              </a:spcAft>
              <a:buClr>
                <a:schemeClr val="bg2"/>
              </a:buClr>
              <a:buFont typeface="Arial" panose="020B0604020202020204" pitchFamily="34" charset="0"/>
              <a:buChar char="•"/>
              <a:tabLst/>
              <a:defRPr sz="1600">
                <a:solidFill>
                  <a:schemeClr val="bg2"/>
                </a:solidFill>
              </a:defRPr>
            </a:lvl4pPr>
            <a:lvl5pPr marL="249760" indent="-228594">
              <a:spcBef>
                <a:spcPts val="800"/>
              </a:spcBef>
              <a:spcAft>
                <a:spcPts val="0"/>
              </a:spcAft>
              <a:buClr>
                <a:schemeClr val="bg2"/>
              </a:buClr>
              <a:buFont typeface="Arial" panose="020B0604020202020204" pitchFamily="34" charset="0"/>
              <a:buChar char="•"/>
              <a:tabLst/>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oogle Shape;58;p12">
            <a:extLst>
              <a:ext uri="{FF2B5EF4-FFF2-40B4-BE49-F238E27FC236}">
                <a16:creationId xmlns:a16="http://schemas.microsoft.com/office/drawing/2014/main" id="{1825245D-380B-7E9C-4C36-A24D23EED549}"/>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457200" y="381001"/>
            <a:ext cx="4888523" cy="528489"/>
          </a:xfrm>
          <a:prstGeom prst="rect">
            <a:avLst/>
          </a:prstGeom>
          <a:noFill/>
          <a:ln>
            <a:noFill/>
          </a:ln>
        </p:spPr>
      </p:pic>
    </p:spTree>
    <p:extLst>
      <p:ext uri="{BB962C8B-B14F-4D97-AF65-F5344CB8AC3E}">
        <p14:creationId xmlns:p14="http://schemas.microsoft.com/office/powerpoint/2010/main" val="3059731844"/>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F0479EB4-AE33-16CD-B20F-17541E5F54FA}"/>
              </a:ext>
            </a:extLst>
          </p:cNvPr>
          <p:cNvSpPr>
            <a:spLocks noGrp="1"/>
          </p:cNvSpPr>
          <p:nvPr>
            <p:ph idx="1"/>
          </p:nvPr>
        </p:nvSpPr>
        <p:spPr>
          <a:xfrm>
            <a:off x="457200" y="1270002"/>
            <a:ext cx="5029200" cy="4814277"/>
          </a:xfrm>
          <a:prstGeom prst="rect">
            <a:avLst/>
          </a:prstGeom>
        </p:spPr>
        <p:txBody>
          <a:bodyPr vert="horz" lIns="91440" tIns="0" rIns="0" bIns="0" rtlCol="0">
            <a:noAutofit/>
          </a:bodyPr>
          <a:lstStyle>
            <a:lvl1pPr marL="0" indent="0">
              <a:spcAft>
                <a:spcPts val="533"/>
              </a:spcAft>
              <a:buClr>
                <a:schemeClr val="accent1"/>
              </a:buClr>
              <a:buFontTx/>
              <a:buNone/>
              <a:defRPr sz="1600" b="0" i="0" cap="all" baseline="0">
                <a:solidFill>
                  <a:schemeClr val="accent2">
                    <a:lumMod val="50000"/>
                  </a:schemeClr>
                </a:solidFill>
                <a:latin typeface="Roboto Lt" pitchFamily="2" charset="0"/>
                <a:ea typeface="Roboto Lt" pitchFamily="2" charset="0"/>
                <a:cs typeface="Calibri" panose="020F0502020204030204" pitchFamily="34" charset="0"/>
              </a:defRPr>
            </a:lvl1pPr>
            <a:lvl2pPr marL="0" indent="0">
              <a:spcBef>
                <a:spcPts val="0"/>
              </a:spcBef>
              <a:spcAft>
                <a:spcPts val="533"/>
              </a:spcAft>
              <a:buNone/>
              <a:defRPr sz="2400" b="0" i="0" cap="none" baseline="0">
                <a:latin typeface="Roboto" pitchFamily="2"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Roboto Lt" pitchFamily="2" charset="0"/>
                <a:ea typeface="Roboto Lt" pitchFamily="2" charset="0"/>
                <a:cs typeface="Calibri" panose="020F0502020204030204" pitchFamily="34" charset="0"/>
              </a:defRPr>
            </a:lvl3pPr>
            <a:lvl4pPr marL="10584" indent="0">
              <a:spcAft>
                <a:spcPts val="533"/>
              </a:spcAft>
              <a:buFontTx/>
              <a:buNone/>
              <a:tabLst/>
              <a:defRPr sz="1333" b="0" i="0">
                <a:latin typeface="Roboto Lt" pitchFamily="2"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2062795908"/>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F0479EB4-AE33-16CD-B20F-17541E5F54FA}"/>
              </a:ext>
            </a:extLst>
          </p:cNvPr>
          <p:cNvSpPr>
            <a:spLocks noGrp="1"/>
          </p:cNvSpPr>
          <p:nvPr>
            <p:ph idx="1"/>
          </p:nvPr>
        </p:nvSpPr>
        <p:spPr>
          <a:xfrm>
            <a:off x="457200" y="1524000"/>
            <a:ext cx="5638800" cy="4648200"/>
          </a:xfrm>
          <a:prstGeom prst="rect">
            <a:avLst/>
          </a:prstGeom>
        </p:spPr>
        <p:txBody>
          <a:bodyPr vert="horz" lIns="91440" tIns="0" rIns="0" bIns="0" rtlCol="0">
            <a:noAutofit/>
          </a:bodyPr>
          <a:lstStyle>
            <a:lvl1pPr marL="0" indent="0">
              <a:spcAft>
                <a:spcPts val="533"/>
              </a:spcAft>
              <a:buClr>
                <a:schemeClr val="accent1"/>
              </a:buClr>
              <a:buFontTx/>
              <a:buNone/>
              <a:defRPr sz="1600" b="0" i="0" cap="all" baseline="0">
                <a:solidFill>
                  <a:schemeClr val="accent2">
                    <a:lumMod val="50000"/>
                  </a:schemeClr>
                </a:solidFill>
                <a:latin typeface="Roboto Lt" pitchFamily="2" charset="0"/>
                <a:ea typeface="Roboto Lt" pitchFamily="2" charset="0"/>
                <a:cs typeface="Calibri" panose="020F0502020204030204" pitchFamily="34" charset="0"/>
              </a:defRPr>
            </a:lvl1pPr>
            <a:lvl2pPr marL="0" indent="0">
              <a:spcBef>
                <a:spcPts val="0"/>
              </a:spcBef>
              <a:spcAft>
                <a:spcPts val="533"/>
              </a:spcAft>
              <a:buNone/>
              <a:defRPr sz="1600" b="0" i="0" cap="none" baseline="0">
                <a:latin typeface="Roboto" pitchFamily="2"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Roboto Lt" pitchFamily="2" charset="0"/>
                <a:ea typeface="Roboto Lt" pitchFamily="2" charset="0"/>
                <a:cs typeface="Calibri" panose="020F0502020204030204" pitchFamily="34" charset="0"/>
              </a:defRPr>
            </a:lvl3pPr>
            <a:lvl4pPr marL="152396" indent="-141814">
              <a:spcAft>
                <a:spcPts val="533"/>
              </a:spcAft>
              <a:buFont typeface="Arial" panose="020B0604020202020204" pitchFamily="34" charset="0"/>
              <a:buChar char="•"/>
              <a:tabLst/>
              <a:defRPr sz="1333" b="0" i="0">
                <a:latin typeface="Roboto Lt" pitchFamily="2"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Tree>
    <p:extLst>
      <p:ext uri="{BB962C8B-B14F-4D97-AF65-F5344CB8AC3E}">
        <p14:creationId xmlns:p14="http://schemas.microsoft.com/office/powerpoint/2010/main" val="1034404669"/>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F0479EB4-AE33-16CD-B20F-17541E5F54FA}"/>
              </a:ext>
            </a:extLst>
          </p:cNvPr>
          <p:cNvSpPr>
            <a:spLocks noGrp="1"/>
          </p:cNvSpPr>
          <p:nvPr>
            <p:ph idx="1"/>
          </p:nvPr>
        </p:nvSpPr>
        <p:spPr>
          <a:xfrm>
            <a:off x="6096000" y="1524000"/>
            <a:ext cx="5638800" cy="4648200"/>
          </a:xfrm>
          <a:prstGeom prst="rect">
            <a:avLst/>
          </a:prstGeom>
        </p:spPr>
        <p:txBody>
          <a:bodyPr vert="horz" lIns="91440" tIns="0" rIns="0" bIns="0" rtlCol="0">
            <a:noAutofit/>
          </a:bodyPr>
          <a:lstStyle>
            <a:lvl1pPr marL="0" indent="0">
              <a:spcAft>
                <a:spcPts val="533"/>
              </a:spcAft>
              <a:buClr>
                <a:schemeClr val="accent1"/>
              </a:buClr>
              <a:buFontTx/>
              <a:buNone/>
              <a:defRPr sz="1600" b="0" i="0" cap="all" baseline="0">
                <a:solidFill>
                  <a:schemeClr val="accent2">
                    <a:lumMod val="50000"/>
                  </a:schemeClr>
                </a:solidFill>
                <a:latin typeface="Roboto Lt" pitchFamily="2" charset="0"/>
                <a:ea typeface="Roboto Lt" pitchFamily="2" charset="0"/>
                <a:cs typeface="Calibri" panose="020F0502020204030204" pitchFamily="34" charset="0"/>
              </a:defRPr>
            </a:lvl1pPr>
            <a:lvl2pPr marL="0" indent="0">
              <a:spcBef>
                <a:spcPts val="0"/>
              </a:spcBef>
              <a:spcAft>
                <a:spcPts val="533"/>
              </a:spcAft>
              <a:buNone/>
              <a:defRPr sz="1600" b="0" i="0" cap="none" baseline="0">
                <a:latin typeface="Roboto" pitchFamily="2"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Roboto Lt" pitchFamily="2" charset="0"/>
                <a:ea typeface="Roboto Lt" pitchFamily="2" charset="0"/>
                <a:cs typeface="Calibri" panose="020F0502020204030204" pitchFamily="34" charset="0"/>
              </a:defRPr>
            </a:lvl3pPr>
            <a:lvl4pPr marL="152396" indent="-141814">
              <a:spcAft>
                <a:spcPts val="533"/>
              </a:spcAft>
              <a:buFont typeface="Arial" panose="020B0604020202020204" pitchFamily="34" charset="0"/>
              <a:buChar char="•"/>
              <a:tabLst/>
              <a:defRPr sz="1333" b="0" i="0">
                <a:latin typeface="Roboto Lt" pitchFamily="2"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Tree>
    <p:extLst>
      <p:ext uri="{BB962C8B-B14F-4D97-AF65-F5344CB8AC3E}">
        <p14:creationId xmlns:p14="http://schemas.microsoft.com/office/powerpoint/2010/main" val="682896988"/>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Tree>
    <p:extLst>
      <p:ext uri="{BB962C8B-B14F-4D97-AF65-F5344CB8AC3E}">
        <p14:creationId xmlns:p14="http://schemas.microsoft.com/office/powerpoint/2010/main" val="3514460002"/>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Slid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33" name="Oval 32">
            <a:extLst>
              <a:ext uri="{FF2B5EF4-FFF2-40B4-BE49-F238E27FC236}">
                <a16:creationId xmlns:a16="http://schemas.microsoft.com/office/drawing/2014/main" id="{09494052-511D-B9F3-373B-C16A528047C5}"/>
              </a:ext>
            </a:extLst>
          </p:cNvPr>
          <p:cNvSpPr/>
          <p:nvPr userDrawn="1"/>
        </p:nvSpPr>
        <p:spPr bwMode="gray">
          <a:xfrm>
            <a:off x="457200" y="1752599"/>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8" name="Content Placeholder 37">
            <a:extLst>
              <a:ext uri="{FF2B5EF4-FFF2-40B4-BE49-F238E27FC236}">
                <a16:creationId xmlns:a16="http://schemas.microsoft.com/office/drawing/2014/main" id="{6697932C-8196-283F-1E6C-E096F40DAE0B}"/>
              </a:ext>
            </a:extLst>
          </p:cNvPr>
          <p:cNvSpPr>
            <a:spLocks noGrp="1"/>
          </p:cNvSpPr>
          <p:nvPr>
            <p:ph sz="quarter" idx="26"/>
          </p:nvPr>
        </p:nvSpPr>
        <p:spPr>
          <a:xfrm>
            <a:off x="1219200" y="1752601"/>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0" name="Picture Placeholder 39">
            <a:extLst>
              <a:ext uri="{FF2B5EF4-FFF2-40B4-BE49-F238E27FC236}">
                <a16:creationId xmlns:a16="http://schemas.microsoft.com/office/drawing/2014/main" id="{F52263EF-73BF-45E3-CD95-966BDE348871}"/>
              </a:ext>
            </a:extLst>
          </p:cNvPr>
          <p:cNvSpPr>
            <a:spLocks noGrp="1"/>
          </p:cNvSpPr>
          <p:nvPr>
            <p:ph type="pic" sz="quarter" idx="27"/>
          </p:nvPr>
        </p:nvSpPr>
        <p:spPr>
          <a:xfrm>
            <a:off x="503496" y="1798512"/>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41" name="Oval 40">
            <a:extLst>
              <a:ext uri="{FF2B5EF4-FFF2-40B4-BE49-F238E27FC236}">
                <a16:creationId xmlns:a16="http://schemas.microsoft.com/office/drawing/2014/main" id="{D03A7CAC-F5D8-F7D5-368B-B13FF1A1CDE4}"/>
              </a:ext>
            </a:extLst>
          </p:cNvPr>
          <p:cNvSpPr/>
          <p:nvPr userDrawn="1"/>
        </p:nvSpPr>
        <p:spPr bwMode="gray">
          <a:xfrm>
            <a:off x="4227251" y="1752600"/>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2" name="Content Placeholder 37">
            <a:extLst>
              <a:ext uri="{FF2B5EF4-FFF2-40B4-BE49-F238E27FC236}">
                <a16:creationId xmlns:a16="http://schemas.microsoft.com/office/drawing/2014/main" id="{03F4242D-0AF6-8E8C-8E43-AC78131EA528}"/>
              </a:ext>
            </a:extLst>
          </p:cNvPr>
          <p:cNvSpPr>
            <a:spLocks noGrp="1"/>
          </p:cNvSpPr>
          <p:nvPr>
            <p:ph sz="quarter" idx="28"/>
          </p:nvPr>
        </p:nvSpPr>
        <p:spPr>
          <a:xfrm>
            <a:off x="4989251" y="1752602"/>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3" name="Picture Placeholder 39">
            <a:extLst>
              <a:ext uri="{FF2B5EF4-FFF2-40B4-BE49-F238E27FC236}">
                <a16:creationId xmlns:a16="http://schemas.microsoft.com/office/drawing/2014/main" id="{3B8DF74C-AC17-AC83-EAC8-A5591C59B5D0}"/>
              </a:ext>
            </a:extLst>
          </p:cNvPr>
          <p:cNvSpPr>
            <a:spLocks noGrp="1"/>
          </p:cNvSpPr>
          <p:nvPr>
            <p:ph type="pic" sz="quarter" idx="29"/>
          </p:nvPr>
        </p:nvSpPr>
        <p:spPr>
          <a:xfrm>
            <a:off x="4273547" y="1798513"/>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44" name="Oval 43">
            <a:extLst>
              <a:ext uri="{FF2B5EF4-FFF2-40B4-BE49-F238E27FC236}">
                <a16:creationId xmlns:a16="http://schemas.microsoft.com/office/drawing/2014/main" id="{94D4C923-BF2E-43AA-E580-031D5EF3F244}"/>
              </a:ext>
            </a:extLst>
          </p:cNvPr>
          <p:cNvSpPr/>
          <p:nvPr userDrawn="1"/>
        </p:nvSpPr>
        <p:spPr bwMode="gray">
          <a:xfrm>
            <a:off x="8001000" y="1752600"/>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5" name="Content Placeholder 37">
            <a:extLst>
              <a:ext uri="{FF2B5EF4-FFF2-40B4-BE49-F238E27FC236}">
                <a16:creationId xmlns:a16="http://schemas.microsoft.com/office/drawing/2014/main" id="{6ADD27A1-5E7C-D19E-509F-5367D58371D9}"/>
              </a:ext>
            </a:extLst>
          </p:cNvPr>
          <p:cNvSpPr>
            <a:spLocks noGrp="1"/>
          </p:cNvSpPr>
          <p:nvPr>
            <p:ph sz="quarter" idx="30"/>
          </p:nvPr>
        </p:nvSpPr>
        <p:spPr>
          <a:xfrm>
            <a:off x="8763000" y="1752602"/>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6" name="Picture Placeholder 39">
            <a:extLst>
              <a:ext uri="{FF2B5EF4-FFF2-40B4-BE49-F238E27FC236}">
                <a16:creationId xmlns:a16="http://schemas.microsoft.com/office/drawing/2014/main" id="{19FC2AC8-CE18-5479-BB2C-4196BE1DF030}"/>
              </a:ext>
            </a:extLst>
          </p:cNvPr>
          <p:cNvSpPr>
            <a:spLocks noGrp="1"/>
          </p:cNvSpPr>
          <p:nvPr>
            <p:ph type="pic" sz="quarter" idx="31"/>
          </p:nvPr>
        </p:nvSpPr>
        <p:spPr>
          <a:xfrm>
            <a:off x="8047296" y="1798513"/>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47" name="Oval 46">
            <a:extLst>
              <a:ext uri="{FF2B5EF4-FFF2-40B4-BE49-F238E27FC236}">
                <a16:creationId xmlns:a16="http://schemas.microsoft.com/office/drawing/2014/main" id="{56F42E8A-95C2-0B01-E85B-F6ABA32A782A}"/>
              </a:ext>
            </a:extLst>
          </p:cNvPr>
          <p:cNvSpPr/>
          <p:nvPr userDrawn="1"/>
        </p:nvSpPr>
        <p:spPr bwMode="gray">
          <a:xfrm>
            <a:off x="457200" y="4038599"/>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8" name="Content Placeholder 37">
            <a:extLst>
              <a:ext uri="{FF2B5EF4-FFF2-40B4-BE49-F238E27FC236}">
                <a16:creationId xmlns:a16="http://schemas.microsoft.com/office/drawing/2014/main" id="{DF286612-E331-E096-49EB-AB8ABD91725D}"/>
              </a:ext>
            </a:extLst>
          </p:cNvPr>
          <p:cNvSpPr>
            <a:spLocks noGrp="1"/>
          </p:cNvSpPr>
          <p:nvPr>
            <p:ph sz="quarter" idx="32"/>
          </p:nvPr>
        </p:nvSpPr>
        <p:spPr>
          <a:xfrm>
            <a:off x="1219200" y="4038601"/>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9" name="Picture Placeholder 39">
            <a:extLst>
              <a:ext uri="{FF2B5EF4-FFF2-40B4-BE49-F238E27FC236}">
                <a16:creationId xmlns:a16="http://schemas.microsoft.com/office/drawing/2014/main" id="{7ED44CC3-AEFA-116E-8797-F179539E3D7E}"/>
              </a:ext>
            </a:extLst>
          </p:cNvPr>
          <p:cNvSpPr>
            <a:spLocks noGrp="1"/>
          </p:cNvSpPr>
          <p:nvPr>
            <p:ph type="pic" sz="quarter" idx="33"/>
          </p:nvPr>
        </p:nvSpPr>
        <p:spPr>
          <a:xfrm>
            <a:off x="503496" y="4084512"/>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50" name="Oval 49">
            <a:extLst>
              <a:ext uri="{FF2B5EF4-FFF2-40B4-BE49-F238E27FC236}">
                <a16:creationId xmlns:a16="http://schemas.microsoft.com/office/drawing/2014/main" id="{10B68C8F-3C1F-B708-B4B3-D2211596E8FA}"/>
              </a:ext>
            </a:extLst>
          </p:cNvPr>
          <p:cNvSpPr/>
          <p:nvPr userDrawn="1"/>
        </p:nvSpPr>
        <p:spPr bwMode="gray">
          <a:xfrm>
            <a:off x="4227251" y="4038600"/>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51" name="Content Placeholder 37">
            <a:extLst>
              <a:ext uri="{FF2B5EF4-FFF2-40B4-BE49-F238E27FC236}">
                <a16:creationId xmlns:a16="http://schemas.microsoft.com/office/drawing/2014/main" id="{E6313F05-F738-D1F4-2D7D-7D148B14FF69}"/>
              </a:ext>
            </a:extLst>
          </p:cNvPr>
          <p:cNvSpPr>
            <a:spLocks noGrp="1"/>
          </p:cNvSpPr>
          <p:nvPr>
            <p:ph sz="quarter" idx="34"/>
          </p:nvPr>
        </p:nvSpPr>
        <p:spPr>
          <a:xfrm>
            <a:off x="4989251" y="4038602"/>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2" name="Picture Placeholder 39">
            <a:extLst>
              <a:ext uri="{FF2B5EF4-FFF2-40B4-BE49-F238E27FC236}">
                <a16:creationId xmlns:a16="http://schemas.microsoft.com/office/drawing/2014/main" id="{C788B9E8-6206-B7B4-B3F6-387E307B8916}"/>
              </a:ext>
            </a:extLst>
          </p:cNvPr>
          <p:cNvSpPr>
            <a:spLocks noGrp="1"/>
          </p:cNvSpPr>
          <p:nvPr>
            <p:ph type="pic" sz="quarter" idx="35"/>
          </p:nvPr>
        </p:nvSpPr>
        <p:spPr>
          <a:xfrm>
            <a:off x="4273547" y="4084513"/>
            <a:ext cx="670560" cy="670560"/>
          </a:xfrm>
          <a:prstGeom prst="ellipse">
            <a:avLst/>
          </a:prstGeom>
          <a:ln w="6350">
            <a:solidFill>
              <a:schemeClr val="accent2"/>
            </a:solidFill>
          </a:ln>
        </p:spPr>
        <p:txBody>
          <a:bodyPr lIns="0" anchor="ctr"/>
          <a:lstStyle>
            <a:lvl1pPr algn="ctr">
              <a:defRPr sz="1067"/>
            </a:lvl1pPr>
          </a:lstStyle>
          <a:p>
            <a:endParaRPr lang="en-US"/>
          </a:p>
        </p:txBody>
      </p:sp>
    </p:spTree>
    <p:extLst>
      <p:ext uri="{BB962C8B-B14F-4D97-AF65-F5344CB8AC3E}">
        <p14:creationId xmlns:p14="http://schemas.microsoft.com/office/powerpoint/2010/main" val="732182522"/>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16" name="Content Placeholder 15">
            <a:extLst>
              <a:ext uri="{FF2B5EF4-FFF2-40B4-BE49-F238E27FC236}">
                <a16:creationId xmlns:a16="http://schemas.microsoft.com/office/drawing/2014/main" id="{7DC86CFC-3FBB-1B85-2564-8A7A27BE4EC2}"/>
              </a:ext>
            </a:extLst>
          </p:cNvPr>
          <p:cNvSpPr>
            <a:spLocks noGrp="1"/>
          </p:cNvSpPr>
          <p:nvPr>
            <p:ph sz="quarter" idx="14"/>
          </p:nvPr>
        </p:nvSpPr>
        <p:spPr>
          <a:xfrm>
            <a:off x="479568" y="1147234"/>
            <a:ext cx="11255231" cy="4804833"/>
          </a:xfrm>
        </p:spPr>
        <p:txBody>
          <a:bodyPr/>
          <a:lstStyle>
            <a:lvl1pPr algn="l">
              <a:spcAft>
                <a:spcPts val="0"/>
              </a:spcAft>
              <a:defRPr sz="1867" b="1" i="0">
                <a:solidFill>
                  <a:schemeClr val="accent1">
                    <a:lumMod val="50000"/>
                  </a:schemeClr>
                </a:solidFill>
                <a:latin typeface="Calibri" panose="020F0502020204030204" pitchFamily="34" charset="0"/>
                <a:cs typeface="Calibri" panose="020F0502020204030204" pitchFamily="34" charset="0"/>
              </a:defRPr>
            </a:lvl1pPr>
            <a:lvl2pPr>
              <a:spcBef>
                <a:spcPts val="800"/>
              </a:spcBef>
              <a:spcAft>
                <a:spcPts val="0"/>
              </a:spcAft>
              <a:defRPr sz="1867" b="0" i="0">
                <a:latin typeface="Calibri Light" panose="020F0302020204030204" pitchFamily="34" charset="0"/>
                <a:cs typeface="Calibri Light" panose="020F0302020204030204" pitchFamily="34" charset="0"/>
              </a:defRPr>
            </a:lvl2pPr>
            <a:lvl3pPr marL="162980" indent="-152396">
              <a:tabLst/>
              <a:defRPr/>
            </a:lvl3pPr>
            <a:lvl4pPr marL="313259" indent="-150280">
              <a:buClr>
                <a:schemeClr val="accent2"/>
              </a:buClr>
              <a:buFont typeface="Arial" panose="020B0604020202020204" pitchFamily="34" charset="0"/>
              <a:buChar char="•"/>
              <a:tabLst/>
              <a:defRPr/>
            </a:lvl4pPr>
            <a:lvl5pPr marL="465655" indent="-152396">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55450591"/>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p:txBody>
          <a:bodyPr/>
          <a:lstStyle/>
          <a:p>
            <a:pPr algn="r"/>
            <a:endParaRPr lang="en-US"/>
          </a:p>
        </p:txBody>
      </p:sp>
      <p:sp>
        <p:nvSpPr>
          <p:cNvPr id="16" name="Content Placeholder 15">
            <a:extLst>
              <a:ext uri="{FF2B5EF4-FFF2-40B4-BE49-F238E27FC236}">
                <a16:creationId xmlns:a16="http://schemas.microsoft.com/office/drawing/2014/main" id="{7DC86CFC-3FBB-1B85-2564-8A7A27BE4EC2}"/>
              </a:ext>
            </a:extLst>
          </p:cNvPr>
          <p:cNvSpPr>
            <a:spLocks noGrp="1"/>
          </p:cNvSpPr>
          <p:nvPr>
            <p:ph sz="quarter" idx="14"/>
          </p:nvPr>
        </p:nvSpPr>
        <p:spPr>
          <a:xfrm>
            <a:off x="479568" y="1147234"/>
            <a:ext cx="11255231" cy="4804833"/>
          </a:xfrm>
        </p:spPr>
        <p:txBody>
          <a:bodyPr/>
          <a:lstStyle>
            <a:lvl1pPr algn="l">
              <a:spcAft>
                <a:spcPts val="0"/>
              </a:spcAft>
              <a:defRPr sz="1600" b="1" i="0">
                <a:solidFill>
                  <a:schemeClr val="accent1">
                    <a:lumMod val="50000"/>
                  </a:schemeClr>
                </a:solidFill>
                <a:latin typeface="Calibri" panose="020F0502020204030204" pitchFamily="34" charset="0"/>
                <a:cs typeface="Calibri" panose="020F0502020204030204" pitchFamily="34" charset="0"/>
              </a:defRPr>
            </a:lvl1pPr>
            <a:lvl2pPr>
              <a:spcBef>
                <a:spcPts val="800"/>
              </a:spcBef>
              <a:spcAft>
                <a:spcPts val="0"/>
              </a:spcAft>
              <a:defRPr sz="1600" b="0" i="0">
                <a:latin typeface="Calibri Light" panose="020F0302020204030204" pitchFamily="34" charset="0"/>
                <a:cs typeface="Calibri Light" panose="020F0302020204030204" pitchFamily="34" charset="0"/>
              </a:defRPr>
            </a:lvl2pPr>
            <a:lvl3pPr marL="162980" indent="-152396">
              <a:tabLst/>
              <a:defRPr sz="1467"/>
            </a:lvl3pPr>
            <a:lvl4pPr marL="313259" indent="-150280">
              <a:buClr>
                <a:schemeClr val="accent2"/>
              </a:buClr>
              <a:buFont typeface="Arial" panose="020B0604020202020204" pitchFamily="34" charset="0"/>
              <a:buChar char="•"/>
              <a:tabLst/>
              <a:defRPr sz="1400"/>
            </a:lvl4pPr>
            <a:lvl5pPr marL="465655" indent="-152396">
              <a:tabLst/>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6527582"/>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36E462-9E25-9CAF-4C82-BF497B91D18C}"/>
              </a:ext>
            </a:extLst>
          </p:cNvPr>
          <p:cNvSpPr>
            <a:spLocks noGrp="1"/>
          </p:cNvSpPr>
          <p:nvPr>
            <p:ph type="ftr" sz="quarter" idx="21"/>
          </p:nvPr>
        </p:nvSpPr>
        <p:spPr/>
        <p:txBody>
          <a:bodyPr/>
          <a:lstStyle/>
          <a:p>
            <a:pPr algn="r"/>
            <a:endParaRPr lang="en-US"/>
          </a:p>
        </p:txBody>
      </p:sp>
      <p:sp>
        <p:nvSpPr>
          <p:cNvPr id="2" name="Title 1">
            <a:extLst>
              <a:ext uri="{FF2B5EF4-FFF2-40B4-BE49-F238E27FC236}">
                <a16:creationId xmlns:a16="http://schemas.microsoft.com/office/drawing/2014/main" id="{34F61F52-5BB5-D1E8-2D38-8469C90B11A7}"/>
              </a:ext>
            </a:extLst>
          </p:cNvPr>
          <p:cNvSpPr>
            <a:spLocks noGrp="1"/>
          </p:cNvSpPr>
          <p:nvPr>
            <p:ph type="title"/>
          </p:nvPr>
        </p:nvSpPr>
        <p:spPr/>
        <p:txBody>
          <a:bodyPr/>
          <a:lstStyle/>
          <a:p>
            <a:r>
              <a:rPr lang="en-US"/>
              <a:t>Click to edit Master title style</a:t>
            </a:r>
          </a:p>
        </p:txBody>
      </p:sp>
      <p:sp>
        <p:nvSpPr>
          <p:cNvPr id="11" name="Content Placeholder 10">
            <a:extLst>
              <a:ext uri="{FF2B5EF4-FFF2-40B4-BE49-F238E27FC236}">
                <a16:creationId xmlns:a16="http://schemas.microsoft.com/office/drawing/2014/main" id="{5E604DE5-EEC1-58A7-90D6-66CA3EEA4B44}"/>
              </a:ext>
            </a:extLst>
          </p:cNvPr>
          <p:cNvSpPr>
            <a:spLocks noGrp="1"/>
          </p:cNvSpPr>
          <p:nvPr>
            <p:ph sz="quarter" idx="22"/>
          </p:nvPr>
        </p:nvSpPr>
        <p:spPr>
          <a:xfrm>
            <a:off x="533400" y="1219200"/>
            <a:ext cx="11125200" cy="1219200"/>
          </a:xfrm>
        </p:spPr>
        <p:txBody>
          <a:bodyPr/>
          <a:lstStyle>
            <a:lvl1pPr algn="just">
              <a:defRPr sz="16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10">
            <a:extLst>
              <a:ext uri="{FF2B5EF4-FFF2-40B4-BE49-F238E27FC236}">
                <a16:creationId xmlns:a16="http://schemas.microsoft.com/office/drawing/2014/main" id="{1310E9ED-1DE5-6DA5-FF82-EFB838AD9648}"/>
              </a:ext>
            </a:extLst>
          </p:cNvPr>
          <p:cNvSpPr>
            <a:spLocks noGrp="1"/>
          </p:cNvSpPr>
          <p:nvPr>
            <p:ph sz="quarter" idx="23"/>
          </p:nvPr>
        </p:nvSpPr>
        <p:spPr>
          <a:xfrm>
            <a:off x="533400" y="2133600"/>
            <a:ext cx="7693152" cy="1066800"/>
          </a:xfrm>
        </p:spPr>
        <p:txBody>
          <a:bodyPr/>
          <a:lstStyle>
            <a:lvl1pPr>
              <a:defRPr sz="1467"/>
            </a:lvl1pPr>
            <a:lvl2pPr>
              <a:defRPr sz="1467"/>
            </a:lvl2pPr>
            <a:lvl3pPr marL="10582" indent="0">
              <a:buNone/>
              <a:defRPr sz="1333"/>
            </a:lvl3pPr>
          </a:lstStyle>
          <a:p>
            <a:pPr lvl="0"/>
            <a:r>
              <a:rPr lang="en-US"/>
              <a:t>Click to edit Master text styles</a:t>
            </a:r>
          </a:p>
          <a:p>
            <a:pPr lvl="1"/>
            <a:r>
              <a:rPr lang="en-US"/>
              <a:t>Second level</a:t>
            </a:r>
          </a:p>
          <a:p>
            <a:pPr lvl="2"/>
            <a:r>
              <a:rPr lang="en-US"/>
              <a:t>Third level</a:t>
            </a:r>
          </a:p>
        </p:txBody>
      </p:sp>
      <p:sp>
        <p:nvSpPr>
          <p:cNvPr id="13" name="Content Placeholder 10">
            <a:extLst>
              <a:ext uri="{FF2B5EF4-FFF2-40B4-BE49-F238E27FC236}">
                <a16:creationId xmlns:a16="http://schemas.microsoft.com/office/drawing/2014/main" id="{010ABCF1-AC9B-10D5-8BAB-AE7994C462BE}"/>
              </a:ext>
            </a:extLst>
          </p:cNvPr>
          <p:cNvSpPr>
            <a:spLocks noGrp="1"/>
          </p:cNvSpPr>
          <p:nvPr>
            <p:ph sz="quarter" idx="24"/>
          </p:nvPr>
        </p:nvSpPr>
        <p:spPr>
          <a:xfrm>
            <a:off x="533400" y="3425952"/>
            <a:ext cx="7693152" cy="1072896"/>
          </a:xfrm>
        </p:spPr>
        <p:txBody>
          <a:bodyPr/>
          <a:lstStyle>
            <a:lvl1pPr>
              <a:defRPr sz="1467"/>
            </a:lvl1pPr>
            <a:lvl2pPr>
              <a:defRPr sz="1467"/>
            </a:lvl2pPr>
            <a:lvl3pPr marL="10582" indent="0">
              <a:buFontTx/>
              <a:buNone/>
              <a:defRPr sz="1333"/>
            </a:lvl3pPr>
          </a:lstStyle>
          <a:p>
            <a:pPr lvl="0"/>
            <a:r>
              <a:rPr lang="en-US"/>
              <a:t>Click to edit Master text styles</a:t>
            </a:r>
          </a:p>
          <a:p>
            <a:pPr lvl="1"/>
            <a:r>
              <a:rPr lang="en-US"/>
              <a:t>Second level</a:t>
            </a:r>
          </a:p>
          <a:p>
            <a:pPr lvl="2"/>
            <a:r>
              <a:rPr lang="en-US"/>
              <a:t>Third level</a:t>
            </a:r>
          </a:p>
        </p:txBody>
      </p:sp>
      <p:sp>
        <p:nvSpPr>
          <p:cNvPr id="14" name="Content Placeholder 10">
            <a:extLst>
              <a:ext uri="{FF2B5EF4-FFF2-40B4-BE49-F238E27FC236}">
                <a16:creationId xmlns:a16="http://schemas.microsoft.com/office/drawing/2014/main" id="{C0687127-A626-54D2-B23C-69B0A15A3E04}"/>
              </a:ext>
            </a:extLst>
          </p:cNvPr>
          <p:cNvSpPr>
            <a:spLocks noGrp="1"/>
          </p:cNvSpPr>
          <p:nvPr>
            <p:ph sz="quarter" idx="25"/>
          </p:nvPr>
        </p:nvSpPr>
        <p:spPr>
          <a:xfrm>
            <a:off x="533400" y="4721352"/>
            <a:ext cx="7693152" cy="1066800"/>
          </a:xfrm>
        </p:spPr>
        <p:txBody>
          <a:bodyPr/>
          <a:lstStyle>
            <a:lvl1pPr>
              <a:defRPr sz="1467"/>
            </a:lvl1pPr>
            <a:lvl2pPr>
              <a:defRPr sz="1467"/>
            </a:lvl2pPr>
            <a:lvl3pPr marL="10582" indent="0">
              <a:buNone/>
              <a:defRPr sz="1333"/>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80989038"/>
      </p:ext>
    </p:extLst>
  </p:cSld>
  <p:clrMapOvr>
    <a:masterClrMapping/>
  </p:clrMapOvr>
  <p:transition>
    <p:fade/>
  </p:transition>
  <p:extLst>
    <p:ext uri="{DCECCB84-F9BA-43D5-87BE-67443E8EF086}">
      <p15:sldGuideLst xmlns:p15="http://schemas.microsoft.com/office/powerpoint/2012/main">
        <p15:guide id="1" orient="horz" pos="1656">
          <p15:clr>
            <a:srgbClr val="FBAE40"/>
          </p15:clr>
        </p15:guide>
        <p15:guide id="2" pos="2880">
          <p15:clr>
            <a:srgbClr val="FBAE40"/>
          </p15:clr>
        </p15:guide>
        <p15:guide id="3" orient="horz" pos="280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7" name="Text Placeholder 8">
            <a:extLst>
              <a:ext uri="{FF2B5EF4-FFF2-40B4-BE49-F238E27FC236}">
                <a16:creationId xmlns:a16="http://schemas.microsoft.com/office/drawing/2014/main" id="{5E64BA1B-5B38-A16A-3884-CA42137EE07B}"/>
              </a:ext>
            </a:extLst>
          </p:cNvPr>
          <p:cNvSpPr>
            <a:spLocks noGrp="1"/>
          </p:cNvSpPr>
          <p:nvPr>
            <p:ph type="body" sz="quarter" idx="18"/>
          </p:nvPr>
        </p:nvSpPr>
        <p:spPr>
          <a:xfrm>
            <a:off x="6248400" y="1219200"/>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Footer Placeholder 2">
            <a:extLst>
              <a:ext uri="{FF2B5EF4-FFF2-40B4-BE49-F238E27FC236}">
                <a16:creationId xmlns:a16="http://schemas.microsoft.com/office/drawing/2014/main" id="{3336E462-9E25-9CAF-4C82-BF497B91D18C}"/>
              </a:ext>
            </a:extLst>
          </p:cNvPr>
          <p:cNvSpPr>
            <a:spLocks noGrp="1"/>
          </p:cNvSpPr>
          <p:nvPr>
            <p:ph type="ftr" sz="quarter" idx="21"/>
          </p:nvPr>
        </p:nvSpPr>
        <p:spPr/>
        <p:txBody>
          <a:bodyPr/>
          <a:lstStyle/>
          <a:p>
            <a:pPr algn="r"/>
            <a:endParaRPr lang="en-US"/>
          </a:p>
        </p:txBody>
      </p:sp>
      <p:cxnSp>
        <p:nvCxnSpPr>
          <p:cNvPr id="4" name="Straight Connector 3">
            <a:extLst>
              <a:ext uri="{FF2B5EF4-FFF2-40B4-BE49-F238E27FC236}">
                <a16:creationId xmlns:a16="http://schemas.microsoft.com/office/drawing/2014/main" id="{65CA2975-A8D0-8248-84A3-513E90D68093}"/>
              </a:ext>
            </a:extLst>
          </p:cNvPr>
          <p:cNvCxnSpPr>
            <a:cxnSpLocks/>
          </p:cNvCxnSpPr>
          <p:nvPr userDrawn="1"/>
        </p:nvCxnSpPr>
        <p:spPr>
          <a:xfrm>
            <a:off x="644106" y="3590019"/>
            <a:ext cx="1093829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58204AA-0F3E-E4B2-5805-B0CD43F952C4}"/>
              </a:ext>
            </a:extLst>
          </p:cNvPr>
          <p:cNvCxnSpPr>
            <a:cxnSpLocks/>
          </p:cNvCxnSpPr>
          <p:nvPr userDrawn="1"/>
        </p:nvCxnSpPr>
        <p:spPr>
          <a:xfrm flipV="1">
            <a:off x="6096000" y="1414732"/>
            <a:ext cx="0" cy="4646763"/>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2C5CF41-95F2-9362-F3E3-D358266D6EA5}"/>
              </a:ext>
            </a:extLst>
          </p:cNvPr>
          <p:cNvSpPr>
            <a:spLocks noGrp="1"/>
          </p:cNvSpPr>
          <p:nvPr>
            <p:ph type="title"/>
          </p:nvPr>
        </p:nvSpPr>
        <p:spPr/>
        <p:txBody>
          <a:bodyPr/>
          <a:lstStyle/>
          <a:p>
            <a:r>
              <a:rPr lang="en-US"/>
              <a:t>Click to edit Master title style</a:t>
            </a:r>
          </a:p>
        </p:txBody>
      </p:sp>
      <p:sp>
        <p:nvSpPr>
          <p:cNvPr id="7" name="Text Placeholder 8">
            <a:extLst>
              <a:ext uri="{FF2B5EF4-FFF2-40B4-BE49-F238E27FC236}">
                <a16:creationId xmlns:a16="http://schemas.microsoft.com/office/drawing/2014/main" id="{7F77D67A-AED7-3F0A-EC42-283C166CDA54}"/>
              </a:ext>
            </a:extLst>
          </p:cNvPr>
          <p:cNvSpPr>
            <a:spLocks noGrp="1"/>
          </p:cNvSpPr>
          <p:nvPr>
            <p:ph type="body" sz="quarter" idx="22"/>
          </p:nvPr>
        </p:nvSpPr>
        <p:spPr>
          <a:xfrm>
            <a:off x="533400" y="1235971"/>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Text Placeholder 8">
            <a:extLst>
              <a:ext uri="{FF2B5EF4-FFF2-40B4-BE49-F238E27FC236}">
                <a16:creationId xmlns:a16="http://schemas.microsoft.com/office/drawing/2014/main" id="{BF159321-4B10-4A2D-F80A-0C0B38C79E7A}"/>
              </a:ext>
            </a:extLst>
          </p:cNvPr>
          <p:cNvSpPr>
            <a:spLocks noGrp="1"/>
          </p:cNvSpPr>
          <p:nvPr>
            <p:ph type="body" sz="quarter" idx="23"/>
          </p:nvPr>
        </p:nvSpPr>
        <p:spPr>
          <a:xfrm>
            <a:off x="6248400" y="3917336"/>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Text Placeholder 8">
            <a:extLst>
              <a:ext uri="{FF2B5EF4-FFF2-40B4-BE49-F238E27FC236}">
                <a16:creationId xmlns:a16="http://schemas.microsoft.com/office/drawing/2014/main" id="{3C8BF75F-3625-B560-B44C-829973BF9D0F}"/>
              </a:ext>
            </a:extLst>
          </p:cNvPr>
          <p:cNvSpPr>
            <a:spLocks noGrp="1"/>
          </p:cNvSpPr>
          <p:nvPr>
            <p:ph type="body" sz="quarter" idx="24"/>
          </p:nvPr>
        </p:nvSpPr>
        <p:spPr>
          <a:xfrm>
            <a:off x="533400" y="3934107"/>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253946960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61E55BFD-8B87-EE99-5A4E-4781A78A9A7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E3222CB5-B4DB-769B-A5DC-E522816BE055}"/>
              </a:ext>
            </a:extLst>
          </p:cNvPr>
          <p:cNvSpPr>
            <a:spLocks noGrp="1"/>
          </p:cNvSpPr>
          <p:nvPr>
            <p:ph type="ftr" sz="quarter" idx="10"/>
          </p:nvPr>
        </p:nvSpPr>
        <p:spPr/>
        <p:txBody>
          <a:bodyPr/>
          <a:lstStyle/>
          <a:p>
            <a:pPr algn="r"/>
            <a:endParaRPr lang="en-US"/>
          </a:p>
        </p:txBody>
      </p:sp>
    </p:spTree>
    <p:extLst>
      <p:ext uri="{BB962C8B-B14F-4D97-AF65-F5344CB8AC3E}">
        <p14:creationId xmlns:p14="http://schemas.microsoft.com/office/powerpoint/2010/main" val="326061027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Qualifications 2 x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400B95-EE8C-BD6A-7971-F9F80FDA6EA9}"/>
              </a:ext>
            </a:extLst>
          </p:cNvPr>
          <p:cNvPicPr>
            <a:picLocks noChangeAspect="1"/>
          </p:cNvPicPr>
          <p:nvPr userDrawn="1"/>
        </p:nvPicPr>
        <p:blipFill rotWithShape="1">
          <a:blip r:embed="rId2"/>
          <a:srcRect t="10253" b="59443"/>
          <a:stretch/>
        </p:blipFill>
        <p:spPr>
          <a:xfrm>
            <a:off x="1" y="381001"/>
            <a:ext cx="12191999" cy="2452329"/>
          </a:xfrm>
          <a:prstGeom prst="rect">
            <a:avLst/>
          </a:prstGeom>
        </p:spPr>
      </p:pic>
      <p:sp>
        <p:nvSpPr>
          <p:cNvPr id="5" name="Rectangle 4">
            <a:extLst>
              <a:ext uri="{FF2B5EF4-FFF2-40B4-BE49-F238E27FC236}">
                <a16:creationId xmlns:a16="http://schemas.microsoft.com/office/drawing/2014/main" id="{90EFD956-C8EB-A793-8329-E18C17FED936}"/>
              </a:ext>
            </a:extLst>
          </p:cNvPr>
          <p:cNvSpPr/>
          <p:nvPr userDrawn="1"/>
        </p:nvSpPr>
        <p:spPr>
          <a:xfrm>
            <a:off x="0" y="340853"/>
            <a:ext cx="12192000" cy="2478548"/>
          </a:xfrm>
          <a:prstGeom prst="rect">
            <a:avLst/>
          </a:prstGeom>
          <a:gradFill flip="none" rotWithShape="1">
            <a:gsLst>
              <a:gs pos="100000">
                <a:schemeClr val="accent4">
                  <a:alpha val="41000"/>
                </a:schemeClr>
              </a:gs>
              <a:gs pos="68000">
                <a:schemeClr val="accent2">
                  <a:alpha val="16053"/>
                </a:schemeClr>
              </a:gs>
              <a:gs pos="37000">
                <a:schemeClr val="accent1">
                  <a:alpha val="89000"/>
                </a:schemeClr>
              </a:gs>
              <a:gs pos="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 name="Footer Placeholder 1">
            <a:extLst>
              <a:ext uri="{FF2B5EF4-FFF2-40B4-BE49-F238E27FC236}">
                <a16:creationId xmlns:a16="http://schemas.microsoft.com/office/drawing/2014/main" id="{E3222CB5-B4DB-769B-A5DC-E522816BE055}"/>
              </a:ext>
            </a:extLst>
          </p:cNvPr>
          <p:cNvSpPr>
            <a:spLocks noGrp="1"/>
          </p:cNvSpPr>
          <p:nvPr>
            <p:ph type="ftr" sz="quarter" idx="10"/>
          </p:nvPr>
        </p:nvSpPr>
        <p:spPr/>
        <p:txBody>
          <a:bodyPr/>
          <a:lstStyle/>
          <a:p>
            <a:pPr algn="r"/>
            <a:endParaRPr lang="en-US"/>
          </a:p>
        </p:txBody>
      </p:sp>
      <p:sp>
        <p:nvSpPr>
          <p:cNvPr id="44" name="Title 43">
            <a:extLst>
              <a:ext uri="{FF2B5EF4-FFF2-40B4-BE49-F238E27FC236}">
                <a16:creationId xmlns:a16="http://schemas.microsoft.com/office/drawing/2014/main" id="{61E55BFD-8B87-EE99-5A4E-4781A78A9A7B}"/>
              </a:ext>
            </a:extLst>
          </p:cNvPr>
          <p:cNvSpPr>
            <a:spLocks noGrp="1"/>
          </p:cNvSpPr>
          <p:nvPr>
            <p:ph type="title"/>
          </p:nvPr>
        </p:nvSpPr>
        <p:spPr>
          <a:xfrm>
            <a:off x="469900" y="1219201"/>
            <a:ext cx="11252200" cy="692151"/>
          </a:xfrm>
        </p:spPr>
        <p:txBody>
          <a:bodyPr/>
          <a:lstStyle>
            <a:lvl1pPr>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307534156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91412A-0D0E-05F3-EBAC-D63C543DEE91}"/>
              </a:ext>
            </a:extLst>
          </p:cNvPr>
          <p:cNvSpPr>
            <a:spLocks noGrp="1"/>
          </p:cNvSpPr>
          <p:nvPr>
            <p:ph type="title"/>
          </p:nvPr>
        </p:nvSpPr>
        <p:spPr/>
        <p:txBody>
          <a:bodyPr/>
          <a:lstStyle/>
          <a:p>
            <a:r>
              <a:rPr lang="en-US"/>
              <a:t>Click to edit Master title style</a:t>
            </a:r>
          </a:p>
        </p:txBody>
      </p:sp>
      <p:sp>
        <p:nvSpPr>
          <p:cNvPr id="10" name="Footer Placeholder 9">
            <a:extLst>
              <a:ext uri="{FF2B5EF4-FFF2-40B4-BE49-F238E27FC236}">
                <a16:creationId xmlns:a16="http://schemas.microsoft.com/office/drawing/2014/main" id="{CF7DB4C0-A5EA-6F64-8E37-8D1F5253C57C}"/>
              </a:ext>
            </a:extLst>
          </p:cNvPr>
          <p:cNvSpPr>
            <a:spLocks noGrp="1"/>
          </p:cNvSpPr>
          <p:nvPr>
            <p:ph type="ftr" sz="quarter" idx="10"/>
          </p:nvPr>
        </p:nvSpPr>
        <p:spPr/>
        <p:txBody>
          <a:bodyPr/>
          <a:lstStyle/>
          <a:p>
            <a:pPr algn="r"/>
            <a:endParaRPr lang="en-US"/>
          </a:p>
        </p:txBody>
      </p:sp>
      <p:sp>
        <p:nvSpPr>
          <p:cNvPr id="11" name="Oval 10">
            <a:extLst>
              <a:ext uri="{FF2B5EF4-FFF2-40B4-BE49-F238E27FC236}">
                <a16:creationId xmlns:a16="http://schemas.microsoft.com/office/drawing/2014/main" id="{1D708B71-95A0-9705-88D5-B573282D6B94}"/>
              </a:ext>
            </a:extLst>
          </p:cNvPr>
          <p:cNvSpPr/>
          <p:nvPr userDrawn="1"/>
        </p:nvSpPr>
        <p:spPr bwMode="gray">
          <a:xfrm>
            <a:off x="570854" y="1164234"/>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13" name="Рисунок 13">
            <a:extLst>
              <a:ext uri="{FF2B5EF4-FFF2-40B4-BE49-F238E27FC236}">
                <a16:creationId xmlns:a16="http://schemas.microsoft.com/office/drawing/2014/main" id="{5F93F37E-16D7-9944-8948-BD7C9F5E511F}"/>
              </a:ext>
            </a:extLst>
          </p:cNvPr>
          <p:cNvSpPr>
            <a:spLocks noGrp="1"/>
          </p:cNvSpPr>
          <p:nvPr>
            <p:ph type="pic" sz="quarter" idx="22"/>
          </p:nvPr>
        </p:nvSpPr>
        <p:spPr>
          <a:xfrm>
            <a:off x="630407" y="1179926"/>
            <a:ext cx="2261789" cy="2269581"/>
          </a:xfrm>
          <a:prstGeom prst="ellipse">
            <a:avLst/>
          </a:prstGeom>
          <a:noFill/>
          <a:ln w="3175" cap="flat" cmpd="sng">
            <a:noFill/>
            <a:prstDash val="solid"/>
            <a:round/>
            <a:headEnd type="none" w="sm" len="sm"/>
            <a:tailEnd type="none" w="sm" len="sm"/>
          </a:ln>
        </p:spPr>
        <p:txBody>
          <a:bodyPr anchor="ctr"/>
          <a:lstStyle>
            <a:lvl1pPr marL="0" indent="0" algn="ctr">
              <a:buNone/>
              <a:defRPr sz="1003" baseline="0"/>
            </a:lvl1pPr>
          </a:lstStyle>
          <a:p>
            <a:endParaRPr lang="en-US"/>
          </a:p>
        </p:txBody>
      </p:sp>
      <p:sp>
        <p:nvSpPr>
          <p:cNvPr id="15" name="Oval 14">
            <a:extLst>
              <a:ext uri="{FF2B5EF4-FFF2-40B4-BE49-F238E27FC236}">
                <a16:creationId xmlns:a16="http://schemas.microsoft.com/office/drawing/2014/main" id="{FAD914B9-0384-72AB-A5B5-37369195DE64}"/>
              </a:ext>
            </a:extLst>
          </p:cNvPr>
          <p:cNvSpPr/>
          <p:nvPr userDrawn="1"/>
        </p:nvSpPr>
        <p:spPr bwMode="gray">
          <a:xfrm>
            <a:off x="660400" y="1222783"/>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16" name="Oval 15">
            <a:extLst>
              <a:ext uri="{FF2B5EF4-FFF2-40B4-BE49-F238E27FC236}">
                <a16:creationId xmlns:a16="http://schemas.microsoft.com/office/drawing/2014/main" id="{94B2B1CA-3904-32AA-AC98-BF5F9959735F}"/>
              </a:ext>
            </a:extLst>
          </p:cNvPr>
          <p:cNvSpPr/>
          <p:nvPr userDrawn="1"/>
        </p:nvSpPr>
        <p:spPr bwMode="gray">
          <a:xfrm>
            <a:off x="3374034" y="1164234"/>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17" name="Рисунок 13">
            <a:extLst>
              <a:ext uri="{FF2B5EF4-FFF2-40B4-BE49-F238E27FC236}">
                <a16:creationId xmlns:a16="http://schemas.microsoft.com/office/drawing/2014/main" id="{D3C8E883-FE80-437B-30AE-1E292806D36D}"/>
              </a:ext>
            </a:extLst>
          </p:cNvPr>
          <p:cNvSpPr>
            <a:spLocks noGrp="1"/>
          </p:cNvSpPr>
          <p:nvPr>
            <p:ph type="pic" sz="quarter" idx="23"/>
          </p:nvPr>
        </p:nvSpPr>
        <p:spPr>
          <a:xfrm>
            <a:off x="3433587" y="1179926"/>
            <a:ext cx="2261789" cy="2269581"/>
          </a:xfrm>
          <a:prstGeom prst="ellipse">
            <a:avLst/>
          </a:prstGeom>
          <a:noFill/>
          <a:ln w="3175" cap="flat" cmpd="sng">
            <a:noFill/>
            <a:prstDash val="solid"/>
            <a:round/>
            <a:headEnd type="none" w="sm" len="sm"/>
            <a:tailEnd type="none" w="sm" len="sm"/>
          </a:ln>
        </p:spPr>
        <p:txBody>
          <a:bodyPr anchor="ctr"/>
          <a:lstStyle>
            <a:lvl1pPr marL="0" indent="0" algn="ctr">
              <a:buNone/>
              <a:defRPr sz="1003" baseline="0"/>
            </a:lvl1pPr>
          </a:lstStyle>
          <a:p>
            <a:endParaRPr lang="en-US"/>
          </a:p>
        </p:txBody>
      </p:sp>
      <p:sp>
        <p:nvSpPr>
          <p:cNvPr id="18" name="Oval 17">
            <a:extLst>
              <a:ext uri="{FF2B5EF4-FFF2-40B4-BE49-F238E27FC236}">
                <a16:creationId xmlns:a16="http://schemas.microsoft.com/office/drawing/2014/main" id="{C920E3F6-EC0F-C463-1E1C-23437A53788F}"/>
              </a:ext>
            </a:extLst>
          </p:cNvPr>
          <p:cNvSpPr/>
          <p:nvPr userDrawn="1"/>
        </p:nvSpPr>
        <p:spPr bwMode="gray">
          <a:xfrm>
            <a:off x="3463581" y="1222783"/>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20" name="Picture Placeholder 19">
            <a:extLst>
              <a:ext uri="{FF2B5EF4-FFF2-40B4-BE49-F238E27FC236}">
                <a16:creationId xmlns:a16="http://schemas.microsoft.com/office/drawing/2014/main" id="{E57D5F43-8E4A-B596-07DE-6C6C1A7E474F}"/>
              </a:ext>
            </a:extLst>
          </p:cNvPr>
          <p:cNvSpPr>
            <a:spLocks noGrp="1"/>
          </p:cNvSpPr>
          <p:nvPr>
            <p:ph type="pic" sz="quarter" idx="24"/>
          </p:nvPr>
        </p:nvSpPr>
        <p:spPr>
          <a:xfrm>
            <a:off x="6705600" y="3005059"/>
            <a:ext cx="1320800" cy="1320800"/>
          </a:xfrm>
          <a:ln w="6350">
            <a:solidFill>
              <a:schemeClr val="accent1"/>
            </a:solidFill>
          </a:ln>
        </p:spPr>
        <p:txBody>
          <a:bodyPr anchor="ctr"/>
          <a:lstStyle>
            <a:lvl1pPr algn="ctr">
              <a:defRPr/>
            </a:lvl1pPr>
          </a:lstStyle>
          <a:p>
            <a:endParaRPr lang="en-US"/>
          </a:p>
        </p:txBody>
      </p:sp>
      <p:sp>
        <p:nvSpPr>
          <p:cNvPr id="21" name="Picture Placeholder 19">
            <a:extLst>
              <a:ext uri="{FF2B5EF4-FFF2-40B4-BE49-F238E27FC236}">
                <a16:creationId xmlns:a16="http://schemas.microsoft.com/office/drawing/2014/main" id="{4B105A54-FFEA-D6B8-D34D-D35B7274E6FE}"/>
              </a:ext>
            </a:extLst>
          </p:cNvPr>
          <p:cNvSpPr>
            <a:spLocks noGrp="1"/>
          </p:cNvSpPr>
          <p:nvPr>
            <p:ph type="pic" sz="quarter" idx="25"/>
          </p:nvPr>
        </p:nvSpPr>
        <p:spPr>
          <a:xfrm>
            <a:off x="8077200" y="3005059"/>
            <a:ext cx="1320800" cy="1320800"/>
          </a:xfrm>
          <a:ln w="6350">
            <a:solidFill>
              <a:schemeClr val="accent1"/>
            </a:solidFill>
          </a:ln>
        </p:spPr>
        <p:txBody>
          <a:bodyPr anchor="ctr"/>
          <a:lstStyle>
            <a:lvl1pPr algn="ctr">
              <a:defRPr/>
            </a:lvl1pPr>
          </a:lstStyle>
          <a:p>
            <a:endParaRPr lang="en-US"/>
          </a:p>
        </p:txBody>
      </p:sp>
      <p:sp>
        <p:nvSpPr>
          <p:cNvPr id="22" name="Picture Placeholder 19">
            <a:extLst>
              <a:ext uri="{FF2B5EF4-FFF2-40B4-BE49-F238E27FC236}">
                <a16:creationId xmlns:a16="http://schemas.microsoft.com/office/drawing/2014/main" id="{1ABA01DA-C00A-E86D-1DEF-1113B44222D2}"/>
              </a:ext>
            </a:extLst>
          </p:cNvPr>
          <p:cNvSpPr>
            <a:spLocks noGrp="1"/>
          </p:cNvSpPr>
          <p:nvPr>
            <p:ph type="pic" sz="quarter" idx="26"/>
          </p:nvPr>
        </p:nvSpPr>
        <p:spPr>
          <a:xfrm>
            <a:off x="9448800" y="3005059"/>
            <a:ext cx="1320800" cy="1320800"/>
          </a:xfrm>
          <a:ln w="6350">
            <a:solidFill>
              <a:schemeClr val="accent1"/>
            </a:solidFill>
          </a:ln>
        </p:spPr>
        <p:txBody>
          <a:bodyPr anchor="ctr"/>
          <a:lstStyle>
            <a:lvl1pPr algn="ctr">
              <a:defRPr/>
            </a:lvl1pPr>
          </a:lstStyle>
          <a:p>
            <a:endParaRPr lang="en-US"/>
          </a:p>
        </p:txBody>
      </p:sp>
      <p:sp>
        <p:nvSpPr>
          <p:cNvPr id="23" name="Picture Placeholder 19">
            <a:extLst>
              <a:ext uri="{FF2B5EF4-FFF2-40B4-BE49-F238E27FC236}">
                <a16:creationId xmlns:a16="http://schemas.microsoft.com/office/drawing/2014/main" id="{55F91FE8-0035-F050-BE08-53CE6B25F059}"/>
              </a:ext>
            </a:extLst>
          </p:cNvPr>
          <p:cNvSpPr>
            <a:spLocks noGrp="1"/>
          </p:cNvSpPr>
          <p:nvPr>
            <p:ph type="pic" sz="quarter" idx="27"/>
          </p:nvPr>
        </p:nvSpPr>
        <p:spPr>
          <a:xfrm>
            <a:off x="5355064" y="4701903"/>
            <a:ext cx="1320800" cy="1320800"/>
          </a:xfrm>
          <a:ln w="6350">
            <a:solidFill>
              <a:schemeClr val="accent1"/>
            </a:solidFill>
          </a:ln>
        </p:spPr>
        <p:txBody>
          <a:bodyPr anchor="ctr"/>
          <a:lstStyle>
            <a:lvl1pPr algn="ctr">
              <a:defRPr/>
            </a:lvl1pPr>
          </a:lstStyle>
          <a:p>
            <a:endParaRPr lang="en-US"/>
          </a:p>
        </p:txBody>
      </p:sp>
      <p:sp>
        <p:nvSpPr>
          <p:cNvPr id="24" name="Picture Placeholder 19">
            <a:extLst>
              <a:ext uri="{FF2B5EF4-FFF2-40B4-BE49-F238E27FC236}">
                <a16:creationId xmlns:a16="http://schemas.microsoft.com/office/drawing/2014/main" id="{9A04BEF3-74FB-9FF4-622C-DF1A3F67ECEB}"/>
              </a:ext>
            </a:extLst>
          </p:cNvPr>
          <p:cNvSpPr>
            <a:spLocks noGrp="1"/>
          </p:cNvSpPr>
          <p:nvPr>
            <p:ph type="pic" sz="quarter" idx="28"/>
          </p:nvPr>
        </p:nvSpPr>
        <p:spPr>
          <a:xfrm>
            <a:off x="6726664" y="4701903"/>
            <a:ext cx="1320800" cy="1320800"/>
          </a:xfrm>
          <a:ln w="6350">
            <a:solidFill>
              <a:schemeClr val="accent1"/>
            </a:solidFill>
          </a:ln>
        </p:spPr>
        <p:txBody>
          <a:bodyPr anchor="ctr"/>
          <a:lstStyle>
            <a:lvl1pPr algn="ctr">
              <a:defRPr/>
            </a:lvl1pPr>
          </a:lstStyle>
          <a:p>
            <a:endParaRPr lang="en-US"/>
          </a:p>
        </p:txBody>
      </p:sp>
      <p:sp>
        <p:nvSpPr>
          <p:cNvPr id="25" name="Picture Placeholder 19">
            <a:extLst>
              <a:ext uri="{FF2B5EF4-FFF2-40B4-BE49-F238E27FC236}">
                <a16:creationId xmlns:a16="http://schemas.microsoft.com/office/drawing/2014/main" id="{CE8A7503-ED2A-EA4D-9FC1-49FA17BE9D33}"/>
              </a:ext>
            </a:extLst>
          </p:cNvPr>
          <p:cNvSpPr>
            <a:spLocks noGrp="1"/>
          </p:cNvSpPr>
          <p:nvPr>
            <p:ph type="pic" sz="quarter" idx="29"/>
          </p:nvPr>
        </p:nvSpPr>
        <p:spPr>
          <a:xfrm>
            <a:off x="8098264" y="4701903"/>
            <a:ext cx="1320800" cy="1320800"/>
          </a:xfrm>
          <a:ln w="6350">
            <a:solidFill>
              <a:schemeClr val="accent1"/>
            </a:solidFill>
          </a:ln>
        </p:spPr>
        <p:txBody>
          <a:bodyPr anchor="ctr"/>
          <a:lstStyle>
            <a:lvl1pPr algn="ctr">
              <a:defRPr/>
            </a:lvl1pPr>
          </a:lstStyle>
          <a:p>
            <a:endParaRPr lang="en-US"/>
          </a:p>
        </p:txBody>
      </p:sp>
      <p:sp>
        <p:nvSpPr>
          <p:cNvPr id="26" name="Picture Placeholder 19">
            <a:extLst>
              <a:ext uri="{FF2B5EF4-FFF2-40B4-BE49-F238E27FC236}">
                <a16:creationId xmlns:a16="http://schemas.microsoft.com/office/drawing/2014/main" id="{B8F5B049-2384-2B97-B6B2-0BEECE79ED68}"/>
              </a:ext>
            </a:extLst>
          </p:cNvPr>
          <p:cNvSpPr>
            <a:spLocks noGrp="1"/>
          </p:cNvSpPr>
          <p:nvPr>
            <p:ph type="pic" sz="quarter" idx="30"/>
          </p:nvPr>
        </p:nvSpPr>
        <p:spPr>
          <a:xfrm>
            <a:off x="9448800" y="4701903"/>
            <a:ext cx="1320800" cy="1320800"/>
          </a:xfrm>
          <a:ln w="6350">
            <a:solidFill>
              <a:schemeClr val="accent1"/>
            </a:solidFill>
          </a:ln>
        </p:spPr>
        <p:txBody>
          <a:bodyPr anchor="ctr"/>
          <a:lstStyle>
            <a:lvl1pPr algn="ctr">
              <a:defRPr/>
            </a:lvl1pPr>
          </a:lstStyle>
          <a:p>
            <a:endParaRPr lang="en-US"/>
          </a:p>
        </p:txBody>
      </p:sp>
      <p:sp>
        <p:nvSpPr>
          <p:cNvPr id="27" name="Picture Placeholder 19">
            <a:extLst>
              <a:ext uri="{FF2B5EF4-FFF2-40B4-BE49-F238E27FC236}">
                <a16:creationId xmlns:a16="http://schemas.microsoft.com/office/drawing/2014/main" id="{DCC7449A-BFA2-4B9D-B9EB-E2E268D4F034}"/>
              </a:ext>
            </a:extLst>
          </p:cNvPr>
          <p:cNvSpPr>
            <a:spLocks noGrp="1"/>
          </p:cNvSpPr>
          <p:nvPr>
            <p:ph type="pic" sz="quarter" idx="31"/>
          </p:nvPr>
        </p:nvSpPr>
        <p:spPr>
          <a:xfrm>
            <a:off x="508000" y="4701903"/>
            <a:ext cx="4622800" cy="1320800"/>
          </a:xfrm>
          <a:ln w="6350">
            <a:solidFill>
              <a:schemeClr val="accent1"/>
            </a:solidFill>
          </a:ln>
        </p:spPr>
        <p:txBody>
          <a:bodyPr anchor="ctr"/>
          <a:lstStyle>
            <a:lvl1pPr algn="ctr">
              <a:defRPr/>
            </a:lvl1pPr>
          </a:lstStyle>
          <a:p>
            <a:endParaRPr lang="en-US"/>
          </a:p>
        </p:txBody>
      </p:sp>
      <p:sp>
        <p:nvSpPr>
          <p:cNvPr id="6" name="Picture Placeholder 5">
            <a:extLst>
              <a:ext uri="{FF2B5EF4-FFF2-40B4-BE49-F238E27FC236}">
                <a16:creationId xmlns:a16="http://schemas.microsoft.com/office/drawing/2014/main" id="{C6BA5F2C-3E8E-D072-8CE6-3C32F37283DE}"/>
              </a:ext>
            </a:extLst>
          </p:cNvPr>
          <p:cNvSpPr>
            <a:spLocks noGrp="1"/>
          </p:cNvSpPr>
          <p:nvPr>
            <p:ph type="pic" sz="quarter" idx="32"/>
          </p:nvPr>
        </p:nvSpPr>
        <p:spPr>
          <a:xfrm>
            <a:off x="6675967" y="1312333"/>
            <a:ext cx="1348317" cy="1346200"/>
          </a:xfrm>
          <a:prstGeom prst="ellipse">
            <a:avLst/>
          </a:prstGeom>
        </p:spPr>
        <p:txBody>
          <a:bodyPr anchor="ctr"/>
          <a:lstStyle>
            <a:lvl1pPr algn="ctr">
              <a:defRPr/>
            </a:lvl1pPr>
          </a:lstStyle>
          <a:p>
            <a:endParaRPr lang="en-US"/>
          </a:p>
        </p:txBody>
      </p:sp>
      <p:sp>
        <p:nvSpPr>
          <p:cNvPr id="7" name="Picture Placeholder 5">
            <a:extLst>
              <a:ext uri="{FF2B5EF4-FFF2-40B4-BE49-F238E27FC236}">
                <a16:creationId xmlns:a16="http://schemas.microsoft.com/office/drawing/2014/main" id="{BFF5BD25-A12F-56AC-6682-A0AC59EB8D9D}"/>
              </a:ext>
            </a:extLst>
          </p:cNvPr>
          <p:cNvSpPr>
            <a:spLocks noGrp="1"/>
          </p:cNvSpPr>
          <p:nvPr>
            <p:ph type="pic" sz="quarter" idx="33"/>
          </p:nvPr>
        </p:nvSpPr>
        <p:spPr>
          <a:xfrm>
            <a:off x="8423487" y="1283305"/>
            <a:ext cx="1348317" cy="1346200"/>
          </a:xfrm>
          <a:prstGeom prst="ellipse">
            <a:avLst/>
          </a:prstGeom>
        </p:spPr>
        <p:txBody>
          <a:bodyPr anchor="ctr"/>
          <a:lstStyle>
            <a:lvl1pPr algn="ctr">
              <a:defRPr/>
            </a:lvl1pPr>
          </a:lstStyle>
          <a:p>
            <a:endParaRPr lang="en-US"/>
          </a:p>
        </p:txBody>
      </p:sp>
    </p:spTree>
    <p:extLst>
      <p:ext uri="{BB962C8B-B14F-4D97-AF65-F5344CB8AC3E}">
        <p14:creationId xmlns:p14="http://schemas.microsoft.com/office/powerpoint/2010/main" val="53411859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column icon green">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FE41907-077F-FA73-B572-4DD0BBC8ACFB}"/>
              </a:ext>
            </a:extLst>
          </p:cNvPr>
          <p:cNvSpPr/>
          <p:nvPr userDrawn="1"/>
        </p:nvSpPr>
        <p:spPr bwMode="gray">
          <a:xfrm>
            <a:off x="609601" y="5556561"/>
            <a:ext cx="3352799" cy="353083"/>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3" name="Rectangle 42">
            <a:extLst>
              <a:ext uri="{FF2B5EF4-FFF2-40B4-BE49-F238E27FC236}">
                <a16:creationId xmlns:a16="http://schemas.microsoft.com/office/drawing/2014/main" id="{1A3DC2C7-E8F6-8E3B-F6BD-2815C10BB627}"/>
              </a:ext>
            </a:extLst>
          </p:cNvPr>
          <p:cNvSpPr/>
          <p:nvPr userDrawn="1"/>
        </p:nvSpPr>
        <p:spPr bwMode="gray">
          <a:xfrm>
            <a:off x="4267201" y="5556561"/>
            <a:ext cx="3352799" cy="353083"/>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4" name="Rectangle 43">
            <a:extLst>
              <a:ext uri="{FF2B5EF4-FFF2-40B4-BE49-F238E27FC236}">
                <a16:creationId xmlns:a16="http://schemas.microsoft.com/office/drawing/2014/main" id="{39830B4D-D9B0-46C4-DDE6-387FCA2E3DB3}"/>
              </a:ext>
            </a:extLst>
          </p:cNvPr>
          <p:cNvSpPr/>
          <p:nvPr userDrawn="1"/>
        </p:nvSpPr>
        <p:spPr bwMode="gray">
          <a:xfrm>
            <a:off x="7924799" y="5556561"/>
            <a:ext cx="3352799" cy="353083"/>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69" name="Text Placeholder 8">
            <a:extLst>
              <a:ext uri="{FF2B5EF4-FFF2-40B4-BE49-F238E27FC236}">
                <a16:creationId xmlns:a16="http://schemas.microsoft.com/office/drawing/2014/main" id="{572E7DB1-D451-D4B2-D263-EA3D8C5CC65F}"/>
              </a:ext>
            </a:extLst>
          </p:cNvPr>
          <p:cNvSpPr>
            <a:spLocks noGrp="1"/>
          </p:cNvSpPr>
          <p:nvPr>
            <p:ph type="body" sz="quarter" idx="45" hasCustomPrompt="1"/>
          </p:nvPr>
        </p:nvSpPr>
        <p:spPr>
          <a:xfrm>
            <a:off x="591493" y="5538694"/>
            <a:ext cx="3352800" cy="381001"/>
          </a:xfrm>
        </p:spPr>
        <p:txBody>
          <a:bodyPr lIns="91440" anchor="ctr"/>
          <a:lstStyle>
            <a:lvl1pPr marL="0" indent="0" algn="l">
              <a:buFontTx/>
              <a:buNone/>
              <a:defRPr sz="1600" b="1" i="0">
                <a:solidFill>
                  <a:schemeClr val="bg2"/>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bg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Second level</a:t>
            </a:r>
          </a:p>
        </p:txBody>
      </p:sp>
      <p:sp>
        <p:nvSpPr>
          <p:cNvPr id="70" name="Text Placeholder 8">
            <a:extLst>
              <a:ext uri="{FF2B5EF4-FFF2-40B4-BE49-F238E27FC236}">
                <a16:creationId xmlns:a16="http://schemas.microsoft.com/office/drawing/2014/main" id="{E6E03E96-7722-45BF-5262-8ECA14D932AD}"/>
              </a:ext>
            </a:extLst>
          </p:cNvPr>
          <p:cNvSpPr>
            <a:spLocks noGrp="1"/>
          </p:cNvSpPr>
          <p:nvPr>
            <p:ph type="body" sz="quarter" idx="46" hasCustomPrompt="1"/>
          </p:nvPr>
        </p:nvSpPr>
        <p:spPr>
          <a:xfrm>
            <a:off x="4220832" y="5550646"/>
            <a:ext cx="3381061" cy="381001"/>
          </a:xfrm>
        </p:spPr>
        <p:txBody>
          <a:bodyPr lIns="91440" anchor="ctr"/>
          <a:lstStyle>
            <a:lvl1pPr marL="0" indent="0" algn="l">
              <a:buFontTx/>
              <a:buNone/>
              <a:defRPr sz="1600" b="1" i="0">
                <a:solidFill>
                  <a:schemeClr val="bg2"/>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bg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Second level</a:t>
            </a:r>
          </a:p>
        </p:txBody>
      </p:sp>
      <p:sp>
        <p:nvSpPr>
          <p:cNvPr id="71" name="Text Placeholder 8">
            <a:extLst>
              <a:ext uri="{FF2B5EF4-FFF2-40B4-BE49-F238E27FC236}">
                <a16:creationId xmlns:a16="http://schemas.microsoft.com/office/drawing/2014/main" id="{99235DEF-FD31-DB63-4C4B-5B3776F51188}"/>
              </a:ext>
            </a:extLst>
          </p:cNvPr>
          <p:cNvSpPr>
            <a:spLocks noGrp="1"/>
          </p:cNvSpPr>
          <p:nvPr>
            <p:ph type="body" sz="quarter" idx="47" hasCustomPrompt="1"/>
          </p:nvPr>
        </p:nvSpPr>
        <p:spPr>
          <a:xfrm>
            <a:off x="7906693" y="5562600"/>
            <a:ext cx="3352800" cy="381001"/>
          </a:xfrm>
        </p:spPr>
        <p:txBody>
          <a:bodyPr lIns="91440" anchor="ctr"/>
          <a:lstStyle>
            <a:lvl1pPr marL="0" indent="0" algn="l">
              <a:buFontTx/>
              <a:buNone/>
              <a:defRPr sz="1600" b="1" i="0">
                <a:solidFill>
                  <a:schemeClr val="bg2"/>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bg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Second level</a:t>
            </a:r>
          </a:p>
        </p:txBody>
      </p:sp>
      <p:sp>
        <p:nvSpPr>
          <p:cNvPr id="30" name="Rectangle 29">
            <a:extLst>
              <a:ext uri="{FF2B5EF4-FFF2-40B4-BE49-F238E27FC236}">
                <a16:creationId xmlns:a16="http://schemas.microsoft.com/office/drawing/2014/main" id="{D71A3C7B-4A63-8DEF-5115-BAD0711E0F0A}"/>
              </a:ext>
            </a:extLst>
          </p:cNvPr>
          <p:cNvSpPr/>
          <p:nvPr userDrawn="1"/>
        </p:nvSpPr>
        <p:spPr bwMode="gray">
          <a:xfrm>
            <a:off x="609602" y="3222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1" name="Rectangle 30">
            <a:extLst>
              <a:ext uri="{FF2B5EF4-FFF2-40B4-BE49-F238E27FC236}">
                <a16:creationId xmlns:a16="http://schemas.microsoft.com/office/drawing/2014/main" id="{0B045849-EFCF-CEC6-A376-D24988235DA3}"/>
              </a:ext>
            </a:extLst>
          </p:cNvPr>
          <p:cNvSpPr/>
          <p:nvPr userDrawn="1"/>
        </p:nvSpPr>
        <p:spPr bwMode="gray">
          <a:xfrm>
            <a:off x="4267202" y="3222279"/>
            <a:ext cx="3352799" cy="353083"/>
          </a:xfrm>
          <a:prstGeom prst="rect">
            <a:avLst/>
          </a:prstGeom>
          <a:solidFill>
            <a:schemeClr val="bg2">
              <a:lumMod val="95000"/>
            </a:schemeClr>
          </a:solidFill>
          <a:ln w="19050" algn="ctr">
            <a:noFill/>
            <a:miter lim="800000"/>
            <a:headEnd/>
            <a:tailEnd/>
          </a:ln>
        </p:spPr>
        <p:txBody>
          <a:bodyPr wrap="square" lIns="121920"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2" name="Rectangle 31">
            <a:extLst>
              <a:ext uri="{FF2B5EF4-FFF2-40B4-BE49-F238E27FC236}">
                <a16:creationId xmlns:a16="http://schemas.microsoft.com/office/drawing/2014/main" id="{8330DA36-C429-30BE-02E4-AB88A700BA81}"/>
              </a:ext>
            </a:extLst>
          </p:cNvPr>
          <p:cNvSpPr/>
          <p:nvPr userDrawn="1"/>
        </p:nvSpPr>
        <p:spPr bwMode="gray">
          <a:xfrm>
            <a:off x="7924801" y="3222279"/>
            <a:ext cx="3352799" cy="353083"/>
          </a:xfrm>
          <a:prstGeom prst="rect">
            <a:avLst/>
          </a:prstGeom>
          <a:solidFill>
            <a:schemeClr val="bg2">
              <a:lumMod val="95000"/>
            </a:schemeClr>
          </a:solidFill>
          <a:ln w="19050" algn="ctr">
            <a:noFill/>
            <a:miter lim="800000"/>
            <a:headEnd/>
            <a:tailEnd/>
          </a:ln>
        </p:spPr>
        <p:txBody>
          <a:bodyPr wrap="square" lIns="121920"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3" name="Rectangle 32">
            <a:extLst>
              <a:ext uri="{FF2B5EF4-FFF2-40B4-BE49-F238E27FC236}">
                <a16:creationId xmlns:a16="http://schemas.microsoft.com/office/drawing/2014/main" id="{2C05DA37-2740-E3FF-BF6F-E5C4AB9706EA}"/>
              </a:ext>
            </a:extLst>
          </p:cNvPr>
          <p:cNvSpPr/>
          <p:nvPr userDrawn="1"/>
        </p:nvSpPr>
        <p:spPr bwMode="gray">
          <a:xfrm>
            <a:off x="609601" y="3803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4" name="Rectangle 33">
            <a:extLst>
              <a:ext uri="{FF2B5EF4-FFF2-40B4-BE49-F238E27FC236}">
                <a16:creationId xmlns:a16="http://schemas.microsoft.com/office/drawing/2014/main" id="{0EF3CAB8-14B0-30F7-35B0-65536FEC1FD7}"/>
              </a:ext>
            </a:extLst>
          </p:cNvPr>
          <p:cNvSpPr/>
          <p:nvPr userDrawn="1"/>
        </p:nvSpPr>
        <p:spPr bwMode="gray">
          <a:xfrm>
            <a:off x="4267201" y="3803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5" name="Rectangle 34">
            <a:extLst>
              <a:ext uri="{FF2B5EF4-FFF2-40B4-BE49-F238E27FC236}">
                <a16:creationId xmlns:a16="http://schemas.microsoft.com/office/drawing/2014/main" id="{ADFD234F-18E5-39E1-9294-1656E044034C}"/>
              </a:ext>
            </a:extLst>
          </p:cNvPr>
          <p:cNvSpPr/>
          <p:nvPr userDrawn="1"/>
        </p:nvSpPr>
        <p:spPr bwMode="gray">
          <a:xfrm>
            <a:off x="7924799" y="3803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6" name="Rectangle 35">
            <a:extLst>
              <a:ext uri="{FF2B5EF4-FFF2-40B4-BE49-F238E27FC236}">
                <a16:creationId xmlns:a16="http://schemas.microsoft.com/office/drawing/2014/main" id="{A030494F-72A2-1DEA-0589-B4E5C8901121}"/>
              </a:ext>
            </a:extLst>
          </p:cNvPr>
          <p:cNvSpPr/>
          <p:nvPr userDrawn="1"/>
        </p:nvSpPr>
        <p:spPr bwMode="gray">
          <a:xfrm>
            <a:off x="609601" y="4365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7" name="Rectangle 36">
            <a:extLst>
              <a:ext uri="{FF2B5EF4-FFF2-40B4-BE49-F238E27FC236}">
                <a16:creationId xmlns:a16="http://schemas.microsoft.com/office/drawing/2014/main" id="{F7248A74-EAF3-74C4-9432-3D9818322348}"/>
              </a:ext>
            </a:extLst>
          </p:cNvPr>
          <p:cNvSpPr/>
          <p:nvPr userDrawn="1"/>
        </p:nvSpPr>
        <p:spPr bwMode="gray">
          <a:xfrm>
            <a:off x="4267201" y="4365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8" name="Rectangle 37">
            <a:extLst>
              <a:ext uri="{FF2B5EF4-FFF2-40B4-BE49-F238E27FC236}">
                <a16:creationId xmlns:a16="http://schemas.microsoft.com/office/drawing/2014/main" id="{6A81519D-A1D5-AFCA-1EB1-7674F19CD58E}"/>
              </a:ext>
            </a:extLst>
          </p:cNvPr>
          <p:cNvSpPr/>
          <p:nvPr userDrawn="1"/>
        </p:nvSpPr>
        <p:spPr bwMode="gray">
          <a:xfrm>
            <a:off x="7924799" y="4365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9" name="Rectangle 38">
            <a:extLst>
              <a:ext uri="{FF2B5EF4-FFF2-40B4-BE49-F238E27FC236}">
                <a16:creationId xmlns:a16="http://schemas.microsoft.com/office/drawing/2014/main" id="{BA35EE82-8145-0C6C-7D45-0CE052507816}"/>
              </a:ext>
            </a:extLst>
          </p:cNvPr>
          <p:cNvSpPr/>
          <p:nvPr userDrawn="1"/>
        </p:nvSpPr>
        <p:spPr bwMode="gray">
          <a:xfrm>
            <a:off x="609601" y="4946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0" name="Rectangle 39">
            <a:extLst>
              <a:ext uri="{FF2B5EF4-FFF2-40B4-BE49-F238E27FC236}">
                <a16:creationId xmlns:a16="http://schemas.microsoft.com/office/drawing/2014/main" id="{63231879-6754-AB0D-9F05-F9EA7196B4A1}"/>
              </a:ext>
            </a:extLst>
          </p:cNvPr>
          <p:cNvSpPr/>
          <p:nvPr userDrawn="1"/>
        </p:nvSpPr>
        <p:spPr bwMode="gray">
          <a:xfrm>
            <a:off x="4267201" y="4946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1" name="Rectangle 40">
            <a:extLst>
              <a:ext uri="{FF2B5EF4-FFF2-40B4-BE49-F238E27FC236}">
                <a16:creationId xmlns:a16="http://schemas.microsoft.com/office/drawing/2014/main" id="{1A7BE389-4334-565C-864D-353D2D5061D7}"/>
              </a:ext>
            </a:extLst>
          </p:cNvPr>
          <p:cNvSpPr/>
          <p:nvPr userDrawn="1"/>
        </p:nvSpPr>
        <p:spPr bwMode="gray">
          <a:xfrm>
            <a:off x="7924799" y="4946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5" name="Rectangle 44">
            <a:extLst>
              <a:ext uri="{FF2B5EF4-FFF2-40B4-BE49-F238E27FC236}">
                <a16:creationId xmlns:a16="http://schemas.microsoft.com/office/drawing/2014/main" id="{F4819256-78BE-1AD2-363B-8B562841340D}"/>
              </a:ext>
            </a:extLst>
          </p:cNvPr>
          <p:cNvSpPr/>
          <p:nvPr userDrawn="1"/>
        </p:nvSpPr>
        <p:spPr bwMode="gray">
          <a:xfrm>
            <a:off x="609602" y="1676401"/>
            <a:ext cx="3352799" cy="533400"/>
          </a:xfrm>
          <a:prstGeom prst="rect">
            <a:avLst/>
          </a:prstGeom>
          <a:solidFill>
            <a:schemeClr val="bg2">
              <a:lumMod val="95000"/>
            </a:schemeClr>
          </a:solidFill>
          <a:ln w="19050" algn="ctr">
            <a:noFill/>
            <a:miter lim="800000"/>
            <a:headEnd/>
            <a:tailEnd/>
          </a:ln>
        </p:spPr>
        <p:txBody>
          <a:bodyPr wrap="square" lIns="121920"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6" name="Rectangle 45">
            <a:extLst>
              <a:ext uri="{FF2B5EF4-FFF2-40B4-BE49-F238E27FC236}">
                <a16:creationId xmlns:a16="http://schemas.microsoft.com/office/drawing/2014/main" id="{103CB57C-B907-5825-63D8-7CEF78B9BF77}"/>
              </a:ext>
            </a:extLst>
          </p:cNvPr>
          <p:cNvSpPr/>
          <p:nvPr userDrawn="1"/>
        </p:nvSpPr>
        <p:spPr bwMode="gray">
          <a:xfrm>
            <a:off x="4267202" y="1676401"/>
            <a:ext cx="3352799" cy="5334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7" name="Rectangle 46">
            <a:extLst>
              <a:ext uri="{FF2B5EF4-FFF2-40B4-BE49-F238E27FC236}">
                <a16:creationId xmlns:a16="http://schemas.microsoft.com/office/drawing/2014/main" id="{272060CC-836C-8BB7-338D-E16A53D15018}"/>
              </a:ext>
            </a:extLst>
          </p:cNvPr>
          <p:cNvSpPr/>
          <p:nvPr userDrawn="1"/>
        </p:nvSpPr>
        <p:spPr bwMode="gray">
          <a:xfrm>
            <a:off x="7924801" y="1676401"/>
            <a:ext cx="3352799" cy="5334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8" name="Rectangle 47">
            <a:extLst>
              <a:ext uri="{FF2B5EF4-FFF2-40B4-BE49-F238E27FC236}">
                <a16:creationId xmlns:a16="http://schemas.microsoft.com/office/drawing/2014/main" id="{2D9412E9-6D32-6A00-3136-CDA622F80727}"/>
              </a:ext>
            </a:extLst>
          </p:cNvPr>
          <p:cNvSpPr/>
          <p:nvPr userDrawn="1"/>
        </p:nvSpPr>
        <p:spPr bwMode="gray">
          <a:xfrm>
            <a:off x="609603" y="2362201"/>
            <a:ext cx="3352799" cy="6858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9" name="Rectangle 48">
            <a:extLst>
              <a:ext uri="{FF2B5EF4-FFF2-40B4-BE49-F238E27FC236}">
                <a16:creationId xmlns:a16="http://schemas.microsoft.com/office/drawing/2014/main" id="{0D6E2B6E-119A-CE1A-D22A-7EB261D9A34A}"/>
              </a:ext>
            </a:extLst>
          </p:cNvPr>
          <p:cNvSpPr/>
          <p:nvPr userDrawn="1"/>
        </p:nvSpPr>
        <p:spPr bwMode="gray">
          <a:xfrm>
            <a:off x="4267203" y="2362201"/>
            <a:ext cx="3352799" cy="6858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50" name="Rectangle 49">
            <a:extLst>
              <a:ext uri="{FF2B5EF4-FFF2-40B4-BE49-F238E27FC236}">
                <a16:creationId xmlns:a16="http://schemas.microsoft.com/office/drawing/2014/main" id="{849B0A58-BC46-9559-4486-CA49E82D7288}"/>
              </a:ext>
            </a:extLst>
          </p:cNvPr>
          <p:cNvSpPr/>
          <p:nvPr userDrawn="1"/>
        </p:nvSpPr>
        <p:spPr bwMode="gray">
          <a:xfrm>
            <a:off x="7924802" y="2362201"/>
            <a:ext cx="3352799" cy="6858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 name="Text Placeholder 8"/>
          <p:cNvSpPr>
            <a:spLocks noGrp="1"/>
          </p:cNvSpPr>
          <p:nvPr>
            <p:ph type="body" sz="quarter" idx="17"/>
          </p:nvPr>
        </p:nvSpPr>
        <p:spPr>
          <a:xfrm>
            <a:off x="609601" y="1183226"/>
            <a:ext cx="3352800" cy="328823"/>
          </a:xfrm>
        </p:spPr>
        <p:txBody>
          <a:bodyPr anchor="ctr"/>
          <a:lstStyle>
            <a:lvl1pPr marL="0" indent="0" algn="ct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3" name="Title 2">
            <a:extLst>
              <a:ext uri="{FF2B5EF4-FFF2-40B4-BE49-F238E27FC236}">
                <a16:creationId xmlns:a16="http://schemas.microsoft.com/office/drawing/2014/main" id="{DED56FAE-CB8A-B1F8-84D4-DC169E8D8D80}"/>
              </a:ext>
            </a:extLst>
          </p:cNvPr>
          <p:cNvSpPr>
            <a:spLocks noGrp="1"/>
          </p:cNvSpPr>
          <p:nvPr>
            <p:ph type="title"/>
          </p:nvPr>
        </p:nvSpPr>
        <p:spPr/>
        <p:txBody>
          <a:bodyPr/>
          <a:lstStyle/>
          <a:p>
            <a:r>
              <a:rPr lang="en-US"/>
              <a:t>Click to edit Master title style</a:t>
            </a:r>
          </a:p>
        </p:txBody>
      </p:sp>
      <p:sp>
        <p:nvSpPr>
          <p:cNvPr id="19" name="Text Placeholder 8">
            <a:extLst>
              <a:ext uri="{FF2B5EF4-FFF2-40B4-BE49-F238E27FC236}">
                <a16:creationId xmlns:a16="http://schemas.microsoft.com/office/drawing/2014/main" id="{6C2E1DF6-A147-DFA8-FC58-621606920CC2}"/>
              </a:ext>
            </a:extLst>
          </p:cNvPr>
          <p:cNvSpPr>
            <a:spLocks noGrp="1"/>
          </p:cNvSpPr>
          <p:nvPr>
            <p:ph type="body" sz="quarter" idx="23"/>
          </p:nvPr>
        </p:nvSpPr>
        <p:spPr>
          <a:xfrm>
            <a:off x="4238940" y="1195178"/>
            <a:ext cx="3381061" cy="328823"/>
          </a:xfrm>
        </p:spPr>
        <p:txBody>
          <a:bodyPr anchor="ctr"/>
          <a:lstStyle>
            <a:lvl1pPr marL="0" indent="0" algn="ct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23" name="Text Placeholder 8">
            <a:extLst>
              <a:ext uri="{FF2B5EF4-FFF2-40B4-BE49-F238E27FC236}">
                <a16:creationId xmlns:a16="http://schemas.microsoft.com/office/drawing/2014/main" id="{B3B544F0-3E2B-5F9F-D5ED-26549FD5E89A}"/>
              </a:ext>
            </a:extLst>
          </p:cNvPr>
          <p:cNvSpPr>
            <a:spLocks noGrp="1"/>
          </p:cNvSpPr>
          <p:nvPr>
            <p:ph type="body" sz="quarter" idx="25"/>
          </p:nvPr>
        </p:nvSpPr>
        <p:spPr>
          <a:xfrm>
            <a:off x="7924801" y="1207131"/>
            <a:ext cx="3352800" cy="328823"/>
          </a:xfrm>
        </p:spPr>
        <p:txBody>
          <a:bodyPr anchor="ctr"/>
          <a:lstStyle>
            <a:lvl1pPr marL="0" indent="0" algn="ct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2" name="Footer Placeholder 1">
            <a:extLst>
              <a:ext uri="{FF2B5EF4-FFF2-40B4-BE49-F238E27FC236}">
                <a16:creationId xmlns:a16="http://schemas.microsoft.com/office/drawing/2014/main" id="{4735FF93-150E-5201-A612-B8EDDC462EA4}"/>
              </a:ext>
            </a:extLst>
          </p:cNvPr>
          <p:cNvSpPr>
            <a:spLocks noGrp="1"/>
          </p:cNvSpPr>
          <p:nvPr>
            <p:ph type="ftr" sz="quarter" idx="26"/>
          </p:nvPr>
        </p:nvSpPr>
        <p:spPr/>
        <p:txBody>
          <a:bodyPr/>
          <a:lstStyle/>
          <a:p>
            <a:pPr algn="r"/>
            <a:endParaRPr lang="en-US"/>
          </a:p>
        </p:txBody>
      </p:sp>
      <p:sp>
        <p:nvSpPr>
          <p:cNvPr id="27" name="Text Placeholder 8">
            <a:extLst>
              <a:ext uri="{FF2B5EF4-FFF2-40B4-BE49-F238E27FC236}">
                <a16:creationId xmlns:a16="http://schemas.microsoft.com/office/drawing/2014/main" id="{39B0D8D9-CBE5-68D6-8B96-AC320F1127CE}"/>
              </a:ext>
            </a:extLst>
          </p:cNvPr>
          <p:cNvSpPr>
            <a:spLocks noGrp="1"/>
          </p:cNvSpPr>
          <p:nvPr>
            <p:ph type="body" sz="quarter" idx="27" hasCustomPrompt="1"/>
          </p:nvPr>
        </p:nvSpPr>
        <p:spPr>
          <a:xfrm>
            <a:off x="609601" y="1652496"/>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28" name="Text Placeholder 8">
            <a:extLst>
              <a:ext uri="{FF2B5EF4-FFF2-40B4-BE49-F238E27FC236}">
                <a16:creationId xmlns:a16="http://schemas.microsoft.com/office/drawing/2014/main" id="{C48217F0-C2D4-59FE-EBAE-D9B8EE0DAF29}"/>
              </a:ext>
            </a:extLst>
          </p:cNvPr>
          <p:cNvSpPr>
            <a:spLocks noGrp="1"/>
          </p:cNvSpPr>
          <p:nvPr>
            <p:ph type="body" sz="quarter" idx="28" hasCustomPrompt="1"/>
          </p:nvPr>
        </p:nvSpPr>
        <p:spPr>
          <a:xfrm>
            <a:off x="4238940" y="1664447"/>
            <a:ext cx="3381061"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29" name="Text Placeholder 8">
            <a:extLst>
              <a:ext uri="{FF2B5EF4-FFF2-40B4-BE49-F238E27FC236}">
                <a16:creationId xmlns:a16="http://schemas.microsoft.com/office/drawing/2014/main" id="{1A7CD222-3951-8CA4-E081-12AE383952A4}"/>
              </a:ext>
            </a:extLst>
          </p:cNvPr>
          <p:cNvSpPr>
            <a:spLocks noGrp="1"/>
          </p:cNvSpPr>
          <p:nvPr>
            <p:ph type="body" sz="quarter" idx="29" hasCustomPrompt="1"/>
          </p:nvPr>
        </p:nvSpPr>
        <p:spPr>
          <a:xfrm>
            <a:off x="7924801" y="1676401"/>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1" name="Text Placeholder 8">
            <a:extLst>
              <a:ext uri="{FF2B5EF4-FFF2-40B4-BE49-F238E27FC236}">
                <a16:creationId xmlns:a16="http://schemas.microsoft.com/office/drawing/2014/main" id="{646B9CFD-BDD4-378B-6FDD-10954164749D}"/>
              </a:ext>
            </a:extLst>
          </p:cNvPr>
          <p:cNvSpPr>
            <a:spLocks noGrp="1"/>
          </p:cNvSpPr>
          <p:nvPr>
            <p:ph type="body" sz="quarter" idx="30" hasCustomPrompt="1"/>
          </p:nvPr>
        </p:nvSpPr>
        <p:spPr>
          <a:xfrm>
            <a:off x="609600" y="2438401"/>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2" name="Text Placeholder 8">
            <a:extLst>
              <a:ext uri="{FF2B5EF4-FFF2-40B4-BE49-F238E27FC236}">
                <a16:creationId xmlns:a16="http://schemas.microsoft.com/office/drawing/2014/main" id="{D3AFABE7-EFB8-44C7-EC10-6BAD797B34F5}"/>
              </a:ext>
            </a:extLst>
          </p:cNvPr>
          <p:cNvSpPr>
            <a:spLocks noGrp="1"/>
          </p:cNvSpPr>
          <p:nvPr>
            <p:ph type="body" sz="quarter" idx="31" hasCustomPrompt="1"/>
          </p:nvPr>
        </p:nvSpPr>
        <p:spPr>
          <a:xfrm>
            <a:off x="4238939" y="2450353"/>
            <a:ext cx="3381061"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3" name="Text Placeholder 8">
            <a:extLst>
              <a:ext uri="{FF2B5EF4-FFF2-40B4-BE49-F238E27FC236}">
                <a16:creationId xmlns:a16="http://schemas.microsoft.com/office/drawing/2014/main" id="{80A40AF9-55F5-685F-3109-DCF6205D0566}"/>
              </a:ext>
            </a:extLst>
          </p:cNvPr>
          <p:cNvSpPr>
            <a:spLocks noGrp="1"/>
          </p:cNvSpPr>
          <p:nvPr>
            <p:ph type="body" sz="quarter" idx="32" hasCustomPrompt="1"/>
          </p:nvPr>
        </p:nvSpPr>
        <p:spPr>
          <a:xfrm>
            <a:off x="7924800" y="2462306"/>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4" name="Text Placeholder 8">
            <a:extLst>
              <a:ext uri="{FF2B5EF4-FFF2-40B4-BE49-F238E27FC236}">
                <a16:creationId xmlns:a16="http://schemas.microsoft.com/office/drawing/2014/main" id="{7AC14796-90CA-E3FB-DF38-B83F667E7CCE}"/>
              </a:ext>
            </a:extLst>
          </p:cNvPr>
          <p:cNvSpPr>
            <a:spLocks noGrp="1"/>
          </p:cNvSpPr>
          <p:nvPr>
            <p:ph type="body" sz="quarter" idx="33" hasCustomPrompt="1"/>
          </p:nvPr>
        </p:nvSpPr>
        <p:spPr>
          <a:xfrm>
            <a:off x="609600" y="3210326"/>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5" name="Text Placeholder 8">
            <a:extLst>
              <a:ext uri="{FF2B5EF4-FFF2-40B4-BE49-F238E27FC236}">
                <a16:creationId xmlns:a16="http://schemas.microsoft.com/office/drawing/2014/main" id="{912DFDAE-69B7-902B-5232-1C4CF11BD510}"/>
              </a:ext>
            </a:extLst>
          </p:cNvPr>
          <p:cNvSpPr>
            <a:spLocks noGrp="1"/>
          </p:cNvSpPr>
          <p:nvPr>
            <p:ph type="body" sz="quarter" idx="34" hasCustomPrompt="1"/>
          </p:nvPr>
        </p:nvSpPr>
        <p:spPr>
          <a:xfrm>
            <a:off x="4238939" y="3222278"/>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6" name="Text Placeholder 8">
            <a:extLst>
              <a:ext uri="{FF2B5EF4-FFF2-40B4-BE49-F238E27FC236}">
                <a16:creationId xmlns:a16="http://schemas.microsoft.com/office/drawing/2014/main" id="{478681F2-D640-7012-9319-AD36C4E57F33}"/>
              </a:ext>
            </a:extLst>
          </p:cNvPr>
          <p:cNvSpPr>
            <a:spLocks noGrp="1"/>
          </p:cNvSpPr>
          <p:nvPr>
            <p:ph type="body" sz="quarter" idx="35" hasCustomPrompt="1"/>
          </p:nvPr>
        </p:nvSpPr>
        <p:spPr>
          <a:xfrm>
            <a:off x="7924800" y="323423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7" name="Text Placeholder 8">
            <a:extLst>
              <a:ext uri="{FF2B5EF4-FFF2-40B4-BE49-F238E27FC236}">
                <a16:creationId xmlns:a16="http://schemas.microsoft.com/office/drawing/2014/main" id="{A05638F5-9DEF-7568-E875-FCD3ECDE0EE8}"/>
              </a:ext>
            </a:extLst>
          </p:cNvPr>
          <p:cNvSpPr>
            <a:spLocks noGrp="1"/>
          </p:cNvSpPr>
          <p:nvPr>
            <p:ph type="body" sz="quarter" idx="36" hasCustomPrompt="1"/>
          </p:nvPr>
        </p:nvSpPr>
        <p:spPr>
          <a:xfrm>
            <a:off x="609600" y="378383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8" name="Text Placeholder 8">
            <a:extLst>
              <a:ext uri="{FF2B5EF4-FFF2-40B4-BE49-F238E27FC236}">
                <a16:creationId xmlns:a16="http://schemas.microsoft.com/office/drawing/2014/main" id="{C699AE66-6203-FB41-4815-8C92ACEB572B}"/>
              </a:ext>
            </a:extLst>
          </p:cNvPr>
          <p:cNvSpPr>
            <a:spLocks noGrp="1"/>
          </p:cNvSpPr>
          <p:nvPr>
            <p:ph type="body" sz="quarter" idx="37" hasCustomPrompt="1"/>
          </p:nvPr>
        </p:nvSpPr>
        <p:spPr>
          <a:xfrm>
            <a:off x="4238939" y="3795784"/>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9" name="Text Placeholder 8">
            <a:extLst>
              <a:ext uri="{FF2B5EF4-FFF2-40B4-BE49-F238E27FC236}">
                <a16:creationId xmlns:a16="http://schemas.microsoft.com/office/drawing/2014/main" id="{8438F9D0-1B0B-9A9F-F7EC-7593B462BB96}"/>
              </a:ext>
            </a:extLst>
          </p:cNvPr>
          <p:cNvSpPr>
            <a:spLocks noGrp="1"/>
          </p:cNvSpPr>
          <p:nvPr>
            <p:ph type="body" sz="quarter" idx="38" hasCustomPrompt="1"/>
          </p:nvPr>
        </p:nvSpPr>
        <p:spPr>
          <a:xfrm>
            <a:off x="7924800" y="3807737"/>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0" name="Text Placeholder 8">
            <a:extLst>
              <a:ext uri="{FF2B5EF4-FFF2-40B4-BE49-F238E27FC236}">
                <a16:creationId xmlns:a16="http://schemas.microsoft.com/office/drawing/2014/main" id="{01ED9E39-5C69-8209-312B-B5F6518964CE}"/>
              </a:ext>
            </a:extLst>
          </p:cNvPr>
          <p:cNvSpPr>
            <a:spLocks noGrp="1"/>
          </p:cNvSpPr>
          <p:nvPr>
            <p:ph type="body" sz="quarter" idx="39" hasCustomPrompt="1"/>
          </p:nvPr>
        </p:nvSpPr>
        <p:spPr>
          <a:xfrm>
            <a:off x="595517" y="434464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1" name="Text Placeholder 8">
            <a:extLst>
              <a:ext uri="{FF2B5EF4-FFF2-40B4-BE49-F238E27FC236}">
                <a16:creationId xmlns:a16="http://schemas.microsoft.com/office/drawing/2014/main" id="{92E17463-11F4-B900-F0AE-254F664ED853}"/>
              </a:ext>
            </a:extLst>
          </p:cNvPr>
          <p:cNvSpPr>
            <a:spLocks noGrp="1"/>
          </p:cNvSpPr>
          <p:nvPr>
            <p:ph type="body" sz="quarter" idx="40" hasCustomPrompt="1"/>
          </p:nvPr>
        </p:nvSpPr>
        <p:spPr>
          <a:xfrm>
            <a:off x="4224856" y="4356594"/>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2" name="Text Placeholder 8">
            <a:extLst>
              <a:ext uri="{FF2B5EF4-FFF2-40B4-BE49-F238E27FC236}">
                <a16:creationId xmlns:a16="http://schemas.microsoft.com/office/drawing/2014/main" id="{D8320C5A-F222-EEF0-6A33-679F9B57156C}"/>
              </a:ext>
            </a:extLst>
          </p:cNvPr>
          <p:cNvSpPr>
            <a:spLocks noGrp="1"/>
          </p:cNvSpPr>
          <p:nvPr>
            <p:ph type="body" sz="quarter" idx="41" hasCustomPrompt="1"/>
          </p:nvPr>
        </p:nvSpPr>
        <p:spPr>
          <a:xfrm>
            <a:off x="7910717" y="4368548"/>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6" name="Text Placeholder 8">
            <a:extLst>
              <a:ext uri="{FF2B5EF4-FFF2-40B4-BE49-F238E27FC236}">
                <a16:creationId xmlns:a16="http://schemas.microsoft.com/office/drawing/2014/main" id="{263E766D-3980-E182-80AD-BF53E6DE09E2}"/>
              </a:ext>
            </a:extLst>
          </p:cNvPr>
          <p:cNvSpPr>
            <a:spLocks noGrp="1"/>
          </p:cNvSpPr>
          <p:nvPr>
            <p:ph type="body" sz="quarter" idx="42" hasCustomPrompt="1"/>
          </p:nvPr>
        </p:nvSpPr>
        <p:spPr>
          <a:xfrm>
            <a:off x="593505" y="4917526"/>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7" name="Text Placeholder 8">
            <a:extLst>
              <a:ext uri="{FF2B5EF4-FFF2-40B4-BE49-F238E27FC236}">
                <a16:creationId xmlns:a16="http://schemas.microsoft.com/office/drawing/2014/main" id="{BCF05672-54BB-410F-320B-505440D797AC}"/>
              </a:ext>
            </a:extLst>
          </p:cNvPr>
          <p:cNvSpPr>
            <a:spLocks noGrp="1"/>
          </p:cNvSpPr>
          <p:nvPr>
            <p:ph type="body" sz="quarter" idx="43" hasCustomPrompt="1"/>
          </p:nvPr>
        </p:nvSpPr>
        <p:spPr>
          <a:xfrm>
            <a:off x="4222844" y="4929478"/>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8" name="Text Placeholder 8">
            <a:extLst>
              <a:ext uri="{FF2B5EF4-FFF2-40B4-BE49-F238E27FC236}">
                <a16:creationId xmlns:a16="http://schemas.microsoft.com/office/drawing/2014/main" id="{A89D6369-F921-769A-BE3A-66B0FFA012D8}"/>
              </a:ext>
            </a:extLst>
          </p:cNvPr>
          <p:cNvSpPr>
            <a:spLocks noGrp="1"/>
          </p:cNvSpPr>
          <p:nvPr>
            <p:ph type="body" sz="quarter" idx="44" hasCustomPrompt="1"/>
          </p:nvPr>
        </p:nvSpPr>
        <p:spPr>
          <a:xfrm>
            <a:off x="7908705" y="494143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Tree>
    <p:extLst>
      <p:ext uri="{BB962C8B-B14F-4D97-AF65-F5344CB8AC3E}">
        <p14:creationId xmlns:p14="http://schemas.microsoft.com/office/powerpoint/2010/main" val="48914313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9A5784-3A09-BA9D-8C9F-C053A0439AEB}"/>
              </a:ext>
            </a:extLst>
          </p:cNvPr>
          <p:cNvSpPr>
            <a:spLocks noGrp="1"/>
          </p:cNvSpPr>
          <p:nvPr>
            <p:ph type="ftr" sz="quarter" idx="16"/>
          </p:nvPr>
        </p:nvSpPr>
        <p:spPr/>
        <p:txBody>
          <a:bodyPr/>
          <a:lstStyle/>
          <a:p>
            <a:pPr algn="r"/>
            <a:endParaRPr lang="en-US"/>
          </a:p>
        </p:txBody>
      </p:sp>
      <p:sp>
        <p:nvSpPr>
          <p:cNvPr id="7" name="Rectangle 6">
            <a:extLst>
              <a:ext uri="{FF2B5EF4-FFF2-40B4-BE49-F238E27FC236}">
                <a16:creationId xmlns:a16="http://schemas.microsoft.com/office/drawing/2014/main" id="{B332E996-DB5B-8FEC-0BCC-3098BB78A7D3}"/>
              </a:ext>
            </a:extLst>
          </p:cNvPr>
          <p:cNvSpPr/>
          <p:nvPr/>
        </p:nvSpPr>
        <p:spPr>
          <a:xfrm>
            <a:off x="1" y="387929"/>
            <a:ext cx="5578764" cy="5914967"/>
          </a:xfrm>
          <a:custGeom>
            <a:avLst/>
            <a:gdLst>
              <a:gd name="connsiteX0" fmla="*/ 0 w 7744691"/>
              <a:gd name="connsiteY0" fmla="*/ 0 h 4433454"/>
              <a:gd name="connsiteX1" fmla="*/ 7744691 w 7744691"/>
              <a:gd name="connsiteY1" fmla="*/ 0 h 4433454"/>
              <a:gd name="connsiteX2" fmla="*/ 7744691 w 7744691"/>
              <a:gd name="connsiteY2" fmla="*/ 4433454 h 4433454"/>
              <a:gd name="connsiteX3" fmla="*/ 0 w 7744691"/>
              <a:gd name="connsiteY3" fmla="*/ 4433454 h 4433454"/>
              <a:gd name="connsiteX4" fmla="*/ 0 w 7744691"/>
              <a:gd name="connsiteY4" fmla="*/ 0 h 4433454"/>
              <a:gd name="connsiteX0" fmla="*/ 0 w 7744691"/>
              <a:gd name="connsiteY0" fmla="*/ 0 h 4433454"/>
              <a:gd name="connsiteX1" fmla="*/ 3394364 w 7744691"/>
              <a:gd name="connsiteY1" fmla="*/ 0 h 4433454"/>
              <a:gd name="connsiteX2" fmla="*/ 7744691 w 7744691"/>
              <a:gd name="connsiteY2" fmla="*/ 4433454 h 4433454"/>
              <a:gd name="connsiteX3" fmla="*/ 0 w 7744691"/>
              <a:gd name="connsiteY3" fmla="*/ 4433454 h 4433454"/>
              <a:gd name="connsiteX4" fmla="*/ 0 w 7744691"/>
              <a:gd name="connsiteY4" fmla="*/ 0 h 4433454"/>
              <a:gd name="connsiteX0" fmla="*/ 0 w 3394364"/>
              <a:gd name="connsiteY0" fmla="*/ 0 h 4433454"/>
              <a:gd name="connsiteX1" fmla="*/ 3394364 w 3394364"/>
              <a:gd name="connsiteY1" fmla="*/ 0 h 4433454"/>
              <a:gd name="connsiteX2" fmla="*/ 3352800 w 3394364"/>
              <a:gd name="connsiteY2" fmla="*/ 4405745 h 4433454"/>
              <a:gd name="connsiteX3" fmla="*/ 0 w 3394364"/>
              <a:gd name="connsiteY3" fmla="*/ 4433454 h 4433454"/>
              <a:gd name="connsiteX4" fmla="*/ 0 w 3394364"/>
              <a:gd name="connsiteY4" fmla="*/ 0 h 4433454"/>
              <a:gd name="connsiteX0" fmla="*/ 0 w 3394364"/>
              <a:gd name="connsiteY0" fmla="*/ 0 h 4433454"/>
              <a:gd name="connsiteX1" fmla="*/ 3394364 w 3394364"/>
              <a:gd name="connsiteY1" fmla="*/ 0 h 4433454"/>
              <a:gd name="connsiteX2" fmla="*/ 3394364 w 3394364"/>
              <a:gd name="connsiteY2" fmla="*/ 2285999 h 4433454"/>
              <a:gd name="connsiteX3" fmla="*/ 3352800 w 3394364"/>
              <a:gd name="connsiteY3" fmla="*/ 4405745 h 4433454"/>
              <a:gd name="connsiteX4" fmla="*/ 0 w 3394364"/>
              <a:gd name="connsiteY4" fmla="*/ 4433454 h 4433454"/>
              <a:gd name="connsiteX5" fmla="*/ 0 w 3394364"/>
              <a:gd name="connsiteY5" fmla="*/ 0 h 4433454"/>
              <a:gd name="connsiteX0" fmla="*/ 0 w 4184073"/>
              <a:gd name="connsiteY0" fmla="*/ 0 h 4433454"/>
              <a:gd name="connsiteX1" fmla="*/ 3394364 w 4184073"/>
              <a:gd name="connsiteY1" fmla="*/ 0 h 4433454"/>
              <a:gd name="connsiteX2" fmla="*/ 4184073 w 4184073"/>
              <a:gd name="connsiteY2" fmla="*/ 2299854 h 4433454"/>
              <a:gd name="connsiteX3" fmla="*/ 3352800 w 4184073"/>
              <a:gd name="connsiteY3" fmla="*/ 4405745 h 4433454"/>
              <a:gd name="connsiteX4" fmla="*/ 0 w 4184073"/>
              <a:gd name="connsiteY4" fmla="*/ 4433454 h 4433454"/>
              <a:gd name="connsiteX5" fmla="*/ 0 w 4184073"/>
              <a:gd name="connsiteY5" fmla="*/ 0 h 4433454"/>
              <a:gd name="connsiteX0" fmla="*/ 0 w 4184073"/>
              <a:gd name="connsiteY0" fmla="*/ 0 h 4436225"/>
              <a:gd name="connsiteX1" fmla="*/ 3394364 w 4184073"/>
              <a:gd name="connsiteY1" fmla="*/ 0 h 4436225"/>
              <a:gd name="connsiteX2" fmla="*/ 4184073 w 4184073"/>
              <a:gd name="connsiteY2" fmla="*/ 2299854 h 4436225"/>
              <a:gd name="connsiteX3" fmla="*/ 3281680 w 4184073"/>
              <a:gd name="connsiteY3" fmla="*/ 4436225 h 4436225"/>
              <a:gd name="connsiteX4" fmla="*/ 0 w 4184073"/>
              <a:gd name="connsiteY4" fmla="*/ 4433454 h 4436225"/>
              <a:gd name="connsiteX5" fmla="*/ 0 w 4184073"/>
              <a:gd name="connsiteY5" fmla="*/ 0 h 4436225"/>
              <a:gd name="connsiteX0" fmla="*/ 0 w 4184073"/>
              <a:gd name="connsiteY0" fmla="*/ 0 h 4436225"/>
              <a:gd name="connsiteX1" fmla="*/ 3272444 w 4184073"/>
              <a:gd name="connsiteY1" fmla="*/ 10160 h 4436225"/>
              <a:gd name="connsiteX2" fmla="*/ 4184073 w 4184073"/>
              <a:gd name="connsiteY2" fmla="*/ 2299854 h 4436225"/>
              <a:gd name="connsiteX3" fmla="*/ 3281680 w 4184073"/>
              <a:gd name="connsiteY3" fmla="*/ 4436225 h 4436225"/>
              <a:gd name="connsiteX4" fmla="*/ 0 w 4184073"/>
              <a:gd name="connsiteY4" fmla="*/ 4433454 h 4436225"/>
              <a:gd name="connsiteX5" fmla="*/ 0 w 4184073"/>
              <a:gd name="connsiteY5" fmla="*/ 0 h 4436225"/>
              <a:gd name="connsiteX0" fmla="*/ 0 w 4184073"/>
              <a:gd name="connsiteY0" fmla="*/ 0 h 4436225"/>
              <a:gd name="connsiteX1" fmla="*/ 3272444 w 4184073"/>
              <a:gd name="connsiteY1" fmla="*/ 10160 h 4436225"/>
              <a:gd name="connsiteX2" fmla="*/ 4184073 w 4184073"/>
              <a:gd name="connsiteY2" fmla="*/ 2299854 h 4436225"/>
              <a:gd name="connsiteX3" fmla="*/ 3230880 w 4184073"/>
              <a:gd name="connsiteY3" fmla="*/ 4436225 h 4436225"/>
              <a:gd name="connsiteX4" fmla="*/ 0 w 4184073"/>
              <a:gd name="connsiteY4" fmla="*/ 4433454 h 4436225"/>
              <a:gd name="connsiteX5" fmla="*/ 0 w 4184073"/>
              <a:gd name="connsiteY5" fmla="*/ 0 h 4436225"/>
              <a:gd name="connsiteX0" fmla="*/ 0 w 4184073"/>
              <a:gd name="connsiteY0" fmla="*/ 0 h 4436225"/>
              <a:gd name="connsiteX1" fmla="*/ 3221644 w 4184073"/>
              <a:gd name="connsiteY1" fmla="*/ 0 h 4436225"/>
              <a:gd name="connsiteX2" fmla="*/ 4184073 w 4184073"/>
              <a:gd name="connsiteY2" fmla="*/ 2299854 h 4436225"/>
              <a:gd name="connsiteX3" fmla="*/ 3230880 w 4184073"/>
              <a:gd name="connsiteY3" fmla="*/ 4436225 h 4436225"/>
              <a:gd name="connsiteX4" fmla="*/ 0 w 4184073"/>
              <a:gd name="connsiteY4" fmla="*/ 4433454 h 4436225"/>
              <a:gd name="connsiteX5" fmla="*/ 0 w 4184073"/>
              <a:gd name="connsiteY5" fmla="*/ 0 h 443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4073" h="4436225">
                <a:moveTo>
                  <a:pt x="0" y="0"/>
                </a:moveTo>
                <a:lnTo>
                  <a:pt x="3221644" y="0"/>
                </a:lnTo>
                <a:lnTo>
                  <a:pt x="4184073" y="2299854"/>
                </a:lnTo>
                <a:lnTo>
                  <a:pt x="3230880" y="4436225"/>
                </a:lnTo>
                <a:lnTo>
                  <a:pt x="0" y="443345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351"/>
          </a:p>
        </p:txBody>
      </p:sp>
      <p:sp>
        <p:nvSpPr>
          <p:cNvPr id="10" name="Arrow: Chevron 38">
            <a:extLst>
              <a:ext uri="{FF2B5EF4-FFF2-40B4-BE49-F238E27FC236}">
                <a16:creationId xmlns:a16="http://schemas.microsoft.com/office/drawing/2014/main" id="{A31324F6-8662-C56B-5FCC-5CF9D409BD92}"/>
              </a:ext>
            </a:extLst>
          </p:cNvPr>
          <p:cNvSpPr/>
          <p:nvPr/>
        </p:nvSpPr>
        <p:spPr>
          <a:xfrm>
            <a:off x="5128775" y="2566004"/>
            <a:ext cx="666632" cy="1725992"/>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black"/>
              </a:solidFill>
              <a:latin typeface="Calibri" panose="020F0502020204030204"/>
            </a:endParaRPr>
          </a:p>
        </p:txBody>
      </p:sp>
      <p:cxnSp>
        <p:nvCxnSpPr>
          <p:cNvPr id="11" name="Straight Connector 10">
            <a:extLst>
              <a:ext uri="{FF2B5EF4-FFF2-40B4-BE49-F238E27FC236}">
                <a16:creationId xmlns:a16="http://schemas.microsoft.com/office/drawing/2014/main" id="{64C44667-4129-DD49-F1B7-9518EB0F28AE}"/>
              </a:ext>
            </a:extLst>
          </p:cNvPr>
          <p:cNvCxnSpPr>
            <a:cxnSpLocks/>
          </p:cNvCxnSpPr>
          <p:nvPr/>
        </p:nvCxnSpPr>
        <p:spPr>
          <a:xfrm>
            <a:off x="7939464" y="387929"/>
            <a:ext cx="1319168" cy="2962204"/>
          </a:xfrm>
          <a:prstGeom prst="line">
            <a:avLst/>
          </a:prstGeom>
          <a:ln w="3175">
            <a:solidFill>
              <a:srgbClr val="525B88"/>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7DB744-4381-666F-9A02-6804D1E5326E}"/>
              </a:ext>
            </a:extLst>
          </p:cNvPr>
          <p:cNvCxnSpPr>
            <a:cxnSpLocks/>
          </p:cNvCxnSpPr>
          <p:nvPr/>
        </p:nvCxnSpPr>
        <p:spPr>
          <a:xfrm flipV="1">
            <a:off x="7938667" y="3351776"/>
            <a:ext cx="1319591" cy="2947425"/>
          </a:xfrm>
          <a:prstGeom prst="line">
            <a:avLst/>
          </a:prstGeom>
          <a:ln w="3175">
            <a:solidFill>
              <a:srgbClr val="525B88"/>
            </a:solidFill>
          </a:ln>
        </p:spPr>
        <p:style>
          <a:lnRef idx="1">
            <a:schemeClr val="accent1"/>
          </a:lnRef>
          <a:fillRef idx="0">
            <a:schemeClr val="accent1"/>
          </a:fillRef>
          <a:effectRef idx="0">
            <a:schemeClr val="accent1"/>
          </a:effectRef>
          <a:fontRef idx="minor">
            <a:schemeClr val="tx1"/>
          </a:fontRef>
        </p:style>
      </p:cxnSp>
      <p:sp>
        <p:nvSpPr>
          <p:cNvPr id="13" name="Right Triangle 12">
            <a:extLst>
              <a:ext uri="{FF2B5EF4-FFF2-40B4-BE49-F238E27FC236}">
                <a16:creationId xmlns:a16="http://schemas.microsoft.com/office/drawing/2014/main" id="{7658E4B0-3E74-BACF-FF9A-5343618552D4}"/>
              </a:ext>
            </a:extLst>
          </p:cNvPr>
          <p:cNvSpPr/>
          <p:nvPr/>
        </p:nvSpPr>
        <p:spPr>
          <a:xfrm flipV="1">
            <a:off x="2" y="387928"/>
            <a:ext cx="3195911" cy="3252447"/>
          </a:xfrm>
          <a:prstGeom prst="rtTriangle">
            <a:avLst/>
          </a:prstGeom>
          <a:gradFill>
            <a:gsLst>
              <a:gs pos="100000">
                <a:schemeClr val="bg1">
                  <a:alpha val="28000"/>
                </a:schemeClr>
              </a:gs>
              <a:gs pos="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white"/>
              </a:solidFill>
              <a:latin typeface="Calibri" panose="020F0502020204030204"/>
            </a:endParaRPr>
          </a:p>
        </p:txBody>
      </p:sp>
      <p:sp>
        <p:nvSpPr>
          <p:cNvPr id="14" name="Right Triangle 13">
            <a:extLst>
              <a:ext uri="{FF2B5EF4-FFF2-40B4-BE49-F238E27FC236}">
                <a16:creationId xmlns:a16="http://schemas.microsoft.com/office/drawing/2014/main" id="{84C708F1-C45B-173E-C21F-F4D24B845C15}"/>
              </a:ext>
            </a:extLst>
          </p:cNvPr>
          <p:cNvSpPr/>
          <p:nvPr/>
        </p:nvSpPr>
        <p:spPr>
          <a:xfrm flipV="1">
            <a:off x="1" y="387928"/>
            <a:ext cx="2490065" cy="2534115"/>
          </a:xfrm>
          <a:prstGeom prst="rtTriangle">
            <a:avLst/>
          </a:prstGeom>
          <a:gradFill>
            <a:gsLst>
              <a:gs pos="100000">
                <a:schemeClr val="bg1">
                  <a:alpha val="28000"/>
                </a:schemeClr>
              </a:gs>
              <a:gs pos="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white"/>
              </a:solidFill>
              <a:latin typeface="Calibri" panose="020F0502020204030204"/>
            </a:endParaRPr>
          </a:p>
        </p:txBody>
      </p:sp>
      <p:cxnSp>
        <p:nvCxnSpPr>
          <p:cNvPr id="15" name="Straight Connector 14">
            <a:extLst>
              <a:ext uri="{FF2B5EF4-FFF2-40B4-BE49-F238E27FC236}">
                <a16:creationId xmlns:a16="http://schemas.microsoft.com/office/drawing/2014/main" id="{C0E85CB6-BD95-B349-D958-B556800AB33E}"/>
              </a:ext>
            </a:extLst>
          </p:cNvPr>
          <p:cNvCxnSpPr>
            <a:cxnSpLocks/>
          </p:cNvCxnSpPr>
          <p:nvPr/>
        </p:nvCxnSpPr>
        <p:spPr>
          <a:xfrm>
            <a:off x="6491595" y="387929"/>
            <a:ext cx="1319168" cy="296220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A524875-066F-7642-B455-765342392739}"/>
              </a:ext>
            </a:extLst>
          </p:cNvPr>
          <p:cNvCxnSpPr>
            <a:cxnSpLocks/>
          </p:cNvCxnSpPr>
          <p:nvPr/>
        </p:nvCxnSpPr>
        <p:spPr>
          <a:xfrm flipV="1">
            <a:off x="6490798" y="3351776"/>
            <a:ext cx="1319591" cy="2947425"/>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AC77A0-E35E-7F13-7607-9AF52BA869D8}"/>
              </a:ext>
            </a:extLst>
          </p:cNvPr>
          <p:cNvCxnSpPr>
            <a:cxnSpLocks/>
            <a:endCxn id="10" idx="3"/>
          </p:cNvCxnSpPr>
          <p:nvPr/>
        </p:nvCxnSpPr>
        <p:spPr>
          <a:xfrm>
            <a:off x="4600354" y="389861"/>
            <a:ext cx="1195053" cy="303914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084CA1-656A-46BA-8157-B5A211EC33C7}"/>
              </a:ext>
            </a:extLst>
          </p:cNvPr>
          <p:cNvCxnSpPr>
            <a:cxnSpLocks/>
            <a:endCxn id="10" idx="3"/>
          </p:cNvCxnSpPr>
          <p:nvPr/>
        </p:nvCxnSpPr>
        <p:spPr>
          <a:xfrm flipV="1">
            <a:off x="4678326" y="3429000"/>
            <a:ext cx="1117081" cy="28702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 Placeholder 8"/>
          <p:cNvSpPr>
            <a:spLocks noGrp="1"/>
          </p:cNvSpPr>
          <p:nvPr>
            <p:ph type="body" sz="quarter" idx="13" hasCustomPrompt="1"/>
          </p:nvPr>
        </p:nvSpPr>
        <p:spPr>
          <a:xfrm>
            <a:off x="491535" y="1645921"/>
            <a:ext cx="3721479" cy="4653281"/>
          </a:xfrm>
          <a:prstGeom prst="rect">
            <a:avLst/>
          </a:prstGeom>
        </p:spPr>
        <p:txBody>
          <a:bodyPr lIns="91440" tIns="0" rIns="0" bIns="0">
            <a:noAutofit/>
          </a:bodyPr>
          <a:lstStyle>
            <a:lvl1pPr marL="0" indent="0">
              <a:buNone/>
              <a:defRPr sz="1867" b="0" i="0">
                <a:solidFill>
                  <a:schemeClr val="bg2"/>
                </a:solidFill>
                <a:latin typeface="Calibri" panose="020F0502020204030204" pitchFamily="34" charset="0"/>
                <a:ea typeface="Open Sans Light" panose="020B0306030504020204" pitchFamily="34" charset="0"/>
                <a:cs typeface="Calibri" panose="020F0502020204030204" pitchFamily="34" charset="0"/>
              </a:defRPr>
            </a:lvl1pPr>
          </a:lstStyle>
          <a:p>
            <a:pPr lvl="0"/>
            <a:r>
              <a:rPr lang="en-US" noProof="0"/>
              <a:t>Click to add subtitle</a:t>
            </a:r>
          </a:p>
        </p:txBody>
      </p:sp>
      <p:sp>
        <p:nvSpPr>
          <p:cNvPr id="25" name="Title 24">
            <a:extLst>
              <a:ext uri="{FF2B5EF4-FFF2-40B4-BE49-F238E27FC236}">
                <a16:creationId xmlns:a16="http://schemas.microsoft.com/office/drawing/2014/main" id="{7C6BF7E9-2ADE-9DD2-DB93-7E455B0E5E83}"/>
              </a:ext>
            </a:extLst>
          </p:cNvPr>
          <p:cNvSpPr>
            <a:spLocks noGrp="1"/>
          </p:cNvSpPr>
          <p:nvPr>
            <p:ph type="title"/>
          </p:nvPr>
        </p:nvSpPr>
        <p:spPr>
          <a:xfrm>
            <a:off x="469901" y="402587"/>
            <a:ext cx="3964940" cy="1212853"/>
          </a:xfrm>
        </p:spPr>
        <p:txBody>
          <a:bodyPr/>
          <a:lstStyle>
            <a:lvl1pPr>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391660713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284A7C-1BAA-9C70-78D2-17E0DBF84C21}"/>
              </a:ext>
            </a:extLst>
          </p:cNvPr>
          <p:cNvSpPr/>
          <p:nvPr userDrawn="1"/>
        </p:nvSpPr>
        <p:spPr bwMode="gray">
          <a:xfrm>
            <a:off x="0" y="304800"/>
            <a:ext cx="5638800" cy="5994400"/>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2" name="Footer Placeholder 1">
            <a:extLst>
              <a:ext uri="{FF2B5EF4-FFF2-40B4-BE49-F238E27FC236}">
                <a16:creationId xmlns:a16="http://schemas.microsoft.com/office/drawing/2014/main" id="{A09A5784-3A09-BA9D-8C9F-C053A0439AEB}"/>
              </a:ext>
            </a:extLst>
          </p:cNvPr>
          <p:cNvSpPr>
            <a:spLocks noGrp="1"/>
          </p:cNvSpPr>
          <p:nvPr>
            <p:ph type="ftr" sz="quarter" idx="16"/>
          </p:nvPr>
        </p:nvSpPr>
        <p:spPr/>
        <p:txBody>
          <a:bodyPr/>
          <a:lstStyle/>
          <a:p>
            <a:pPr algn="r"/>
            <a:endParaRPr lang="en-US"/>
          </a:p>
        </p:txBody>
      </p:sp>
      <p:sp>
        <p:nvSpPr>
          <p:cNvPr id="5" name="Title 4">
            <a:extLst>
              <a:ext uri="{FF2B5EF4-FFF2-40B4-BE49-F238E27FC236}">
                <a16:creationId xmlns:a16="http://schemas.microsoft.com/office/drawing/2014/main" id="{57B7BDD5-D6E5-168A-CA23-7AFCE33C84AF}"/>
              </a:ext>
            </a:extLst>
          </p:cNvPr>
          <p:cNvSpPr>
            <a:spLocks noGrp="1"/>
          </p:cNvSpPr>
          <p:nvPr>
            <p:ph type="title" hasCustomPrompt="1"/>
          </p:nvPr>
        </p:nvSpPr>
        <p:spPr>
          <a:xfrm>
            <a:off x="469902" y="402587"/>
            <a:ext cx="5170085" cy="692151"/>
          </a:xfrm>
        </p:spPr>
        <p:txBody>
          <a:bodyPr/>
          <a:lstStyle>
            <a:lvl1pPr>
              <a:defRPr>
                <a:solidFill>
                  <a:schemeClr val="bg2"/>
                </a:solidFill>
              </a:defRPr>
            </a:lvl1pPr>
          </a:lstStyle>
          <a:p>
            <a:r>
              <a:rPr lang="en-US"/>
              <a:t>Click to edit </a:t>
            </a:r>
            <a:r>
              <a:rPr lang="en-US" err="1"/>
              <a:t>Maaster</a:t>
            </a:r>
            <a:r>
              <a:rPr lang="en-US"/>
              <a:t> title style</a:t>
            </a:r>
          </a:p>
        </p:txBody>
      </p:sp>
      <p:sp>
        <p:nvSpPr>
          <p:cNvPr id="7" name="Content Placeholder 6">
            <a:extLst>
              <a:ext uri="{FF2B5EF4-FFF2-40B4-BE49-F238E27FC236}">
                <a16:creationId xmlns:a16="http://schemas.microsoft.com/office/drawing/2014/main" id="{6C17AB11-B405-E98F-144C-F208B444747F}"/>
              </a:ext>
            </a:extLst>
          </p:cNvPr>
          <p:cNvSpPr>
            <a:spLocks noGrp="1"/>
          </p:cNvSpPr>
          <p:nvPr>
            <p:ph sz="quarter" idx="17"/>
          </p:nvPr>
        </p:nvSpPr>
        <p:spPr>
          <a:xfrm>
            <a:off x="457200" y="1143000"/>
            <a:ext cx="5181600" cy="5029200"/>
          </a:xfrm>
        </p:spPr>
        <p:txBody>
          <a:bodyPr/>
          <a:lstStyle>
            <a:lvl1pPr>
              <a:defRPr>
                <a:solidFill>
                  <a:schemeClr val="bg2"/>
                </a:solidFill>
              </a:defRPr>
            </a:lvl1pPr>
            <a:lvl2pPr>
              <a:defRPr>
                <a:solidFill>
                  <a:schemeClr val="bg2"/>
                </a:solidFill>
              </a:defRPr>
            </a:lvl2pPr>
            <a:lvl3pPr>
              <a:buClr>
                <a:schemeClr val="accent2"/>
              </a:buClr>
              <a:defRPr>
                <a:solidFill>
                  <a:schemeClr val="bg2"/>
                </a:solidFill>
              </a:defRPr>
            </a:lvl3pPr>
            <a:lvl4pPr>
              <a:buClrTx/>
              <a:defRPr>
                <a:solidFill>
                  <a:schemeClr val="bg2"/>
                </a:solidFill>
              </a:defRPr>
            </a:lvl4pPr>
            <a:lvl5pPr>
              <a:buClrTx/>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814521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Captio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EFFC47-D725-A8A5-80A6-79A92116D656}"/>
              </a:ext>
            </a:extLst>
          </p:cNvPr>
          <p:cNvSpPr>
            <a:spLocks noGrp="1"/>
          </p:cNvSpPr>
          <p:nvPr>
            <p:ph type="ftr" sz="quarter" idx="23"/>
          </p:nvPr>
        </p:nvSpPr>
        <p:spPr/>
        <p:txBody>
          <a:bodyPr/>
          <a:lstStyle/>
          <a:p>
            <a:pPr algn="r"/>
            <a:endParaRPr lang="en-US"/>
          </a:p>
        </p:txBody>
      </p:sp>
      <p:sp>
        <p:nvSpPr>
          <p:cNvPr id="10" name="Title 9">
            <a:extLst>
              <a:ext uri="{FF2B5EF4-FFF2-40B4-BE49-F238E27FC236}">
                <a16:creationId xmlns:a16="http://schemas.microsoft.com/office/drawing/2014/main" id="{6D717104-9C42-4E34-A909-52168FEDEF43}"/>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67FDC1DF-FFC1-B1FD-8E0A-08D3B84B06B9}"/>
              </a:ext>
            </a:extLst>
          </p:cNvPr>
          <p:cNvSpPr>
            <a:spLocks noGrp="1"/>
          </p:cNvSpPr>
          <p:nvPr>
            <p:ph idx="1"/>
          </p:nvPr>
        </p:nvSpPr>
        <p:spPr>
          <a:xfrm>
            <a:off x="457200" y="4191000"/>
            <a:ext cx="5334000" cy="1981200"/>
          </a:xfrm>
          <a:prstGeom prst="rect">
            <a:avLst/>
          </a:prstGeom>
        </p:spPr>
        <p:txBody>
          <a:bodyPr vert="horz" lIns="91440" tIns="0" rIns="0" bIns="0" rtlCol="0">
            <a:noAutofit/>
          </a:bodyPr>
          <a:lstStyle>
            <a:lvl1pPr marL="0" indent="0">
              <a:spcAft>
                <a:spcPts val="533"/>
              </a:spcAft>
              <a:buClr>
                <a:schemeClr val="accent1"/>
              </a:buCl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spcBef>
                <a:spcPts val="0"/>
              </a:spcBef>
              <a:spcAft>
                <a:spcPts val="533"/>
              </a:spcAft>
              <a:buNone/>
              <a:defRPr sz="1600" b="0" i="0">
                <a:latin typeface="Calibri Light" panose="020F0302020204030204" pitchFamily="34"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Calibri" panose="020F0502020204030204" pitchFamily="34" charset="0"/>
                <a:ea typeface="Roboto Lt" pitchFamily="2" charset="0"/>
                <a:cs typeface="Calibri" panose="020F0502020204030204" pitchFamily="34" charset="0"/>
              </a:defRPr>
            </a:lvl3pPr>
            <a:lvl4pPr marL="10584" indent="0">
              <a:spcAft>
                <a:spcPts val="533"/>
              </a:spcAft>
              <a:buFontTx/>
              <a:buNone/>
              <a:tabLst/>
              <a:defRPr sz="1467" b="0" i="0">
                <a:latin typeface="Calibri Light" panose="020F0302020204030204" pitchFamily="34"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ext Placeholder 18">
            <a:extLst>
              <a:ext uri="{FF2B5EF4-FFF2-40B4-BE49-F238E27FC236}">
                <a16:creationId xmlns:a16="http://schemas.microsoft.com/office/drawing/2014/main" id="{A9EE31B6-8256-D013-0E9E-800266037E23}"/>
              </a:ext>
            </a:extLst>
          </p:cNvPr>
          <p:cNvSpPr>
            <a:spLocks noGrp="1"/>
          </p:cNvSpPr>
          <p:nvPr>
            <p:ph idx="24"/>
          </p:nvPr>
        </p:nvSpPr>
        <p:spPr>
          <a:xfrm>
            <a:off x="6477000" y="4191000"/>
            <a:ext cx="5257800" cy="1981200"/>
          </a:xfrm>
          <a:prstGeom prst="rect">
            <a:avLst/>
          </a:prstGeom>
        </p:spPr>
        <p:txBody>
          <a:bodyPr vert="horz" lIns="91440" tIns="0" rIns="0" bIns="0" rtlCol="0">
            <a:noAutofit/>
          </a:bodyPr>
          <a:lstStyle>
            <a:lvl1pPr marL="0" indent="0">
              <a:spcAft>
                <a:spcPts val="533"/>
              </a:spcAft>
              <a:buClr>
                <a:schemeClr val="accent1"/>
              </a:buCl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spcBef>
                <a:spcPts val="0"/>
              </a:spcBef>
              <a:spcAft>
                <a:spcPts val="533"/>
              </a:spcAft>
              <a:buNone/>
              <a:defRPr sz="1600" b="0" i="0">
                <a:latin typeface="Calibri Light" panose="020F0302020204030204" pitchFamily="34"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Calibri" panose="020F0502020204030204" pitchFamily="34" charset="0"/>
                <a:ea typeface="Roboto Lt" pitchFamily="2" charset="0"/>
                <a:cs typeface="Calibri" panose="020F0502020204030204" pitchFamily="34" charset="0"/>
              </a:defRPr>
            </a:lvl3pPr>
            <a:lvl4pPr marL="10584" indent="0">
              <a:spcAft>
                <a:spcPts val="533"/>
              </a:spcAft>
              <a:buFontTx/>
              <a:buNone/>
              <a:tabLst/>
              <a:defRPr sz="1467" b="0" i="0">
                <a:latin typeface="Calibri Light" panose="020F0302020204030204" pitchFamily="34"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47864013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3" name="Text Placeholder 8">
            <a:extLst>
              <a:ext uri="{FF2B5EF4-FFF2-40B4-BE49-F238E27FC236}">
                <a16:creationId xmlns:a16="http://schemas.microsoft.com/office/drawing/2014/main" id="{B7DE6BB8-4553-A06E-7A88-99A8419ED07D}"/>
              </a:ext>
            </a:extLst>
          </p:cNvPr>
          <p:cNvSpPr>
            <a:spLocks noGrp="1"/>
          </p:cNvSpPr>
          <p:nvPr>
            <p:ph type="body" sz="quarter" idx="30" hasCustomPrompt="1"/>
          </p:nvPr>
        </p:nvSpPr>
        <p:spPr>
          <a:xfrm>
            <a:off x="6781800" y="1295401"/>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7" name="Text Placeholder 8">
            <a:extLst>
              <a:ext uri="{FF2B5EF4-FFF2-40B4-BE49-F238E27FC236}">
                <a16:creationId xmlns:a16="http://schemas.microsoft.com/office/drawing/2014/main" id="{F9728734-6748-F91E-1227-B024E5963FF9}"/>
              </a:ext>
            </a:extLst>
          </p:cNvPr>
          <p:cNvSpPr>
            <a:spLocks noGrp="1"/>
          </p:cNvSpPr>
          <p:nvPr>
            <p:ph type="body" sz="quarter" idx="31" hasCustomPrompt="1"/>
          </p:nvPr>
        </p:nvSpPr>
        <p:spPr>
          <a:xfrm>
            <a:off x="6781800" y="2221131"/>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9" name="Text Placeholder 8">
            <a:extLst>
              <a:ext uri="{FF2B5EF4-FFF2-40B4-BE49-F238E27FC236}">
                <a16:creationId xmlns:a16="http://schemas.microsoft.com/office/drawing/2014/main" id="{912A03A2-3A74-FD15-CF3F-EBA0E2810AAD}"/>
              </a:ext>
            </a:extLst>
          </p:cNvPr>
          <p:cNvSpPr>
            <a:spLocks noGrp="1"/>
          </p:cNvSpPr>
          <p:nvPr>
            <p:ph type="body" sz="quarter" idx="32" hasCustomPrompt="1"/>
          </p:nvPr>
        </p:nvSpPr>
        <p:spPr>
          <a:xfrm>
            <a:off x="6781800" y="3181274"/>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11" name="Text Placeholder 8">
            <a:extLst>
              <a:ext uri="{FF2B5EF4-FFF2-40B4-BE49-F238E27FC236}">
                <a16:creationId xmlns:a16="http://schemas.microsoft.com/office/drawing/2014/main" id="{4092034A-AB99-FC32-2C52-DD41926C65CE}"/>
              </a:ext>
            </a:extLst>
          </p:cNvPr>
          <p:cNvSpPr>
            <a:spLocks noGrp="1"/>
          </p:cNvSpPr>
          <p:nvPr>
            <p:ph type="body" sz="quarter" idx="33" hasCustomPrompt="1"/>
          </p:nvPr>
        </p:nvSpPr>
        <p:spPr>
          <a:xfrm>
            <a:off x="6781800" y="4107005"/>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13" name="Text Placeholder 8">
            <a:extLst>
              <a:ext uri="{FF2B5EF4-FFF2-40B4-BE49-F238E27FC236}">
                <a16:creationId xmlns:a16="http://schemas.microsoft.com/office/drawing/2014/main" id="{5DD91A26-74C1-0FFC-9ADE-22A82B4FBAE9}"/>
              </a:ext>
            </a:extLst>
          </p:cNvPr>
          <p:cNvSpPr>
            <a:spLocks noGrp="1"/>
          </p:cNvSpPr>
          <p:nvPr>
            <p:ph type="body" sz="quarter" idx="34" hasCustomPrompt="1"/>
          </p:nvPr>
        </p:nvSpPr>
        <p:spPr>
          <a:xfrm>
            <a:off x="6781800" y="5040531"/>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4" name="Footer Placeholder 3">
            <a:extLst>
              <a:ext uri="{FF2B5EF4-FFF2-40B4-BE49-F238E27FC236}">
                <a16:creationId xmlns:a16="http://schemas.microsoft.com/office/drawing/2014/main" id="{DF20E4D7-12AC-3E80-1304-2C34B8D0168C}"/>
              </a:ext>
            </a:extLst>
          </p:cNvPr>
          <p:cNvSpPr>
            <a:spLocks noGrp="1"/>
          </p:cNvSpPr>
          <p:nvPr>
            <p:ph type="ftr" sz="quarter" idx="10"/>
          </p:nvPr>
        </p:nvSpPr>
        <p:spPr/>
        <p:txBody>
          <a:bodyPr/>
          <a:lstStyle/>
          <a:p>
            <a:pPr algn="r"/>
            <a:endParaRPr lang="en-US"/>
          </a:p>
        </p:txBody>
      </p:sp>
      <p:sp>
        <p:nvSpPr>
          <p:cNvPr id="70" name="Title 69">
            <a:extLst>
              <a:ext uri="{FF2B5EF4-FFF2-40B4-BE49-F238E27FC236}">
                <a16:creationId xmlns:a16="http://schemas.microsoft.com/office/drawing/2014/main" id="{BC183650-C976-23E2-616A-6C496A5BFE9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4911105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812529-FBD4-32F9-07CA-D53BD30FBE4E}"/>
              </a:ext>
            </a:extLst>
          </p:cNvPr>
          <p:cNvSpPr>
            <a:spLocks noGrp="1"/>
          </p:cNvSpPr>
          <p:nvPr>
            <p:ph type="dt" sz="half" idx="10"/>
          </p:nvPr>
        </p:nvSpPr>
        <p:spPr/>
        <p:txBody>
          <a:bodyPr/>
          <a:lstStyle/>
          <a:p>
            <a:fld id="{050F6960-6F0B-F641-83EF-AAB0D474914D}" type="datetime1">
              <a:rPr lang="en-US" smtClean="0"/>
              <a:t>11/21/2025</a:t>
            </a:fld>
            <a:endParaRPr lang="en-US"/>
          </a:p>
        </p:txBody>
      </p:sp>
      <p:sp>
        <p:nvSpPr>
          <p:cNvPr id="3" name="Footer Placeholder 2">
            <a:extLst>
              <a:ext uri="{FF2B5EF4-FFF2-40B4-BE49-F238E27FC236}">
                <a16:creationId xmlns:a16="http://schemas.microsoft.com/office/drawing/2014/main" id="{6B0BF8F4-7A57-457E-35FC-422A1D93E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E26645-73F4-CE42-BD40-83BDA98D8237}"/>
              </a:ext>
            </a:extLst>
          </p:cNvPr>
          <p:cNvSpPr>
            <a:spLocks noGrp="1"/>
          </p:cNvSpPr>
          <p:nvPr>
            <p:ph type="sldNum" sz="quarter" idx="12"/>
          </p:nvPr>
        </p:nvSpPr>
        <p:spPr/>
        <p:txBody>
          <a:bodyPr/>
          <a:lstStyle>
            <a:lvl1pPr>
              <a:defRPr sz="1600" b="1">
                <a:solidFill>
                  <a:schemeClr val="tx1"/>
                </a:solidFill>
                <a:latin typeface="Roboto" pitchFamily="2" charset="0"/>
                <a:ea typeface="Roboto" pitchFamily="2" charset="0"/>
              </a:defRPr>
            </a:lvl1pPr>
          </a:lstStyle>
          <a:p>
            <a:fld id="{81A0E2D6-E7EA-3C41-8765-2E2C1EF0FC71}" type="slidenum">
              <a:rPr lang="en-US" smtClean="0"/>
              <a:pPr/>
              <a:t>‹#›</a:t>
            </a:fld>
            <a:endParaRPr lang="en-US"/>
          </a:p>
        </p:txBody>
      </p:sp>
    </p:spTree>
    <p:extLst>
      <p:ext uri="{BB962C8B-B14F-4D97-AF65-F5344CB8AC3E}">
        <p14:creationId xmlns:p14="http://schemas.microsoft.com/office/powerpoint/2010/main" val="34546187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bg>
      <p:bgPr>
        <a:solidFill>
          <a:schemeClr val="accent2"/>
        </a:solidFill>
        <a:effectLst/>
      </p:bgPr>
    </p:bg>
    <p:spTree>
      <p:nvGrpSpPr>
        <p:cNvPr id="1" name="Shape 12"/>
        <p:cNvGrpSpPr/>
        <p:nvPr/>
      </p:nvGrpSpPr>
      <p:grpSpPr>
        <a:xfrm>
          <a:off x="0" y="0"/>
          <a:ext cx="0" cy="0"/>
          <a:chOff x="0" y="0"/>
          <a:chExt cx="0" cy="0"/>
        </a:xfrm>
      </p:grpSpPr>
      <p:sp>
        <p:nvSpPr>
          <p:cNvPr id="13" name="Title 12">
            <a:extLst>
              <a:ext uri="{FF2B5EF4-FFF2-40B4-BE49-F238E27FC236}">
                <a16:creationId xmlns:a16="http://schemas.microsoft.com/office/drawing/2014/main" id="{75E6D756-F0AF-CA58-5792-417B71D542BB}"/>
              </a:ext>
            </a:extLst>
          </p:cNvPr>
          <p:cNvSpPr>
            <a:spLocks noGrp="1"/>
          </p:cNvSpPr>
          <p:nvPr>
            <p:ph type="title"/>
          </p:nvPr>
        </p:nvSpPr>
        <p:spPr>
          <a:xfrm>
            <a:off x="459544" y="1147690"/>
            <a:ext cx="8074856" cy="1138311"/>
          </a:xfrm>
        </p:spPr>
        <p:txBody>
          <a:bodyPr anchor="ctr"/>
          <a:lstStyle>
            <a:lvl1pPr>
              <a:defRPr sz="3733">
                <a:solidFill>
                  <a:schemeClr val="bg2"/>
                </a:solidFill>
              </a:defRPr>
            </a:lvl1pPr>
          </a:lstStyle>
          <a:p>
            <a:r>
              <a:rPr lang="en-US"/>
              <a:t>Click to edit Master title style</a:t>
            </a:r>
          </a:p>
        </p:txBody>
      </p:sp>
      <p:sp>
        <p:nvSpPr>
          <p:cNvPr id="15" name="Content Placeholder 14">
            <a:extLst>
              <a:ext uri="{FF2B5EF4-FFF2-40B4-BE49-F238E27FC236}">
                <a16:creationId xmlns:a16="http://schemas.microsoft.com/office/drawing/2014/main" id="{5733F30B-BF9E-0D08-A8BF-79721F334895}"/>
              </a:ext>
            </a:extLst>
          </p:cNvPr>
          <p:cNvSpPr>
            <a:spLocks noGrp="1"/>
          </p:cNvSpPr>
          <p:nvPr>
            <p:ph sz="quarter" idx="10"/>
          </p:nvPr>
        </p:nvSpPr>
        <p:spPr>
          <a:xfrm>
            <a:off x="459545" y="2362201"/>
            <a:ext cx="8074855" cy="3937000"/>
          </a:xfrm>
        </p:spPr>
        <p:txBody>
          <a:bodyPr/>
          <a:lstStyle>
            <a:lvl1pPr marL="21166" indent="0">
              <a:spcBef>
                <a:spcPts val="800"/>
              </a:spcBef>
              <a:spcAft>
                <a:spcPts val="0"/>
              </a:spcAft>
              <a:buFontTx/>
              <a:buNone/>
              <a:tabLst/>
              <a:defRPr sz="1867" b="1" i="0">
                <a:solidFill>
                  <a:schemeClr val="bg2"/>
                </a:solidFill>
                <a:latin typeface="Roboto" pitchFamily="2" charset="0"/>
                <a:ea typeface="Roboto" pitchFamily="2" charset="0"/>
              </a:defRPr>
            </a:lvl1pPr>
            <a:lvl2pPr marL="21166" indent="0">
              <a:spcBef>
                <a:spcPts val="800"/>
              </a:spcBef>
              <a:spcAft>
                <a:spcPts val="0"/>
              </a:spcAft>
              <a:buFontTx/>
              <a:buNone/>
              <a:tabLst/>
              <a:defRPr sz="1467" b="0" i="0">
                <a:solidFill>
                  <a:schemeClr val="bg2"/>
                </a:solidFill>
                <a:latin typeface="Roboto Lt" pitchFamily="2" charset="0"/>
                <a:ea typeface="Roboto Lt" pitchFamily="2" charset="0"/>
              </a:defRPr>
            </a:lvl2pPr>
            <a:lvl3pPr marL="21166" indent="0">
              <a:spcBef>
                <a:spcPts val="800"/>
              </a:spcBef>
              <a:spcAft>
                <a:spcPts val="0"/>
              </a:spcAft>
              <a:buFontTx/>
              <a:buNone/>
              <a:tabLst/>
              <a:defRPr sz="1067">
                <a:solidFill>
                  <a:schemeClr val="bg2"/>
                </a:solidFill>
              </a:defRPr>
            </a:lvl3pPr>
            <a:lvl4pPr marL="249760" indent="-228594">
              <a:spcBef>
                <a:spcPts val="800"/>
              </a:spcBef>
              <a:spcAft>
                <a:spcPts val="0"/>
              </a:spcAft>
              <a:buClr>
                <a:schemeClr val="bg2"/>
              </a:buClr>
              <a:buFont typeface="Arial" panose="020B0604020202020204" pitchFamily="34" charset="0"/>
              <a:buChar char="•"/>
              <a:tabLst/>
              <a:defRPr sz="1600">
                <a:solidFill>
                  <a:schemeClr val="bg2"/>
                </a:solidFill>
              </a:defRPr>
            </a:lvl4pPr>
            <a:lvl5pPr marL="249760" indent="-228594">
              <a:spcBef>
                <a:spcPts val="800"/>
              </a:spcBef>
              <a:spcAft>
                <a:spcPts val="0"/>
              </a:spcAft>
              <a:buClr>
                <a:schemeClr val="bg2"/>
              </a:buClr>
              <a:buFont typeface="Arial" panose="020B0604020202020204" pitchFamily="34" charset="0"/>
              <a:buChar char="•"/>
              <a:tabLst/>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oogle Shape;58;p12">
            <a:extLst>
              <a:ext uri="{FF2B5EF4-FFF2-40B4-BE49-F238E27FC236}">
                <a16:creationId xmlns:a16="http://schemas.microsoft.com/office/drawing/2014/main" id="{1825245D-380B-7E9C-4C36-A24D23EED549}"/>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457200" y="381001"/>
            <a:ext cx="4888523" cy="528489"/>
          </a:xfrm>
          <a:prstGeom prst="rect">
            <a:avLst/>
          </a:prstGeom>
          <a:noFill/>
          <a:ln>
            <a:noFill/>
          </a:ln>
        </p:spPr>
      </p:pic>
    </p:spTree>
    <p:extLst>
      <p:ext uri="{BB962C8B-B14F-4D97-AF65-F5344CB8AC3E}">
        <p14:creationId xmlns:p14="http://schemas.microsoft.com/office/powerpoint/2010/main" val="3711498541"/>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F0479EB4-AE33-16CD-B20F-17541E5F54FA}"/>
              </a:ext>
            </a:extLst>
          </p:cNvPr>
          <p:cNvSpPr>
            <a:spLocks noGrp="1"/>
          </p:cNvSpPr>
          <p:nvPr>
            <p:ph idx="1"/>
          </p:nvPr>
        </p:nvSpPr>
        <p:spPr>
          <a:xfrm>
            <a:off x="457200" y="1270002"/>
            <a:ext cx="5029200" cy="4814277"/>
          </a:xfrm>
          <a:prstGeom prst="rect">
            <a:avLst/>
          </a:prstGeom>
        </p:spPr>
        <p:txBody>
          <a:bodyPr vert="horz" lIns="91440" tIns="0" rIns="0" bIns="0" rtlCol="0">
            <a:noAutofit/>
          </a:bodyPr>
          <a:lstStyle>
            <a:lvl1pPr marL="0" indent="0">
              <a:spcAft>
                <a:spcPts val="533"/>
              </a:spcAft>
              <a:buClr>
                <a:schemeClr val="accent1"/>
              </a:buClr>
              <a:buFontTx/>
              <a:buNone/>
              <a:defRPr sz="1600" b="0" i="0" cap="all" baseline="0">
                <a:solidFill>
                  <a:schemeClr val="accent2">
                    <a:lumMod val="50000"/>
                  </a:schemeClr>
                </a:solidFill>
                <a:latin typeface="Roboto Lt" pitchFamily="2" charset="0"/>
                <a:ea typeface="Roboto Lt" pitchFamily="2" charset="0"/>
                <a:cs typeface="Calibri" panose="020F0502020204030204" pitchFamily="34" charset="0"/>
              </a:defRPr>
            </a:lvl1pPr>
            <a:lvl2pPr marL="0" indent="0">
              <a:spcBef>
                <a:spcPts val="0"/>
              </a:spcBef>
              <a:spcAft>
                <a:spcPts val="533"/>
              </a:spcAft>
              <a:buNone/>
              <a:defRPr sz="2400" b="0" i="0" cap="none" baseline="0">
                <a:latin typeface="Roboto" pitchFamily="2"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Roboto Lt" pitchFamily="2" charset="0"/>
                <a:ea typeface="Roboto Lt" pitchFamily="2" charset="0"/>
                <a:cs typeface="Calibri" panose="020F0502020204030204" pitchFamily="34" charset="0"/>
              </a:defRPr>
            </a:lvl3pPr>
            <a:lvl4pPr marL="10584" indent="0">
              <a:spcAft>
                <a:spcPts val="533"/>
              </a:spcAft>
              <a:buFontTx/>
              <a:buNone/>
              <a:tabLst/>
              <a:defRPr sz="1333" b="0" i="0">
                <a:latin typeface="Roboto Lt" pitchFamily="2"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041350787"/>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F0479EB4-AE33-16CD-B20F-17541E5F54FA}"/>
              </a:ext>
            </a:extLst>
          </p:cNvPr>
          <p:cNvSpPr>
            <a:spLocks noGrp="1"/>
          </p:cNvSpPr>
          <p:nvPr>
            <p:ph idx="1"/>
          </p:nvPr>
        </p:nvSpPr>
        <p:spPr>
          <a:xfrm>
            <a:off x="457200" y="1524000"/>
            <a:ext cx="5638800" cy="4648200"/>
          </a:xfrm>
          <a:prstGeom prst="rect">
            <a:avLst/>
          </a:prstGeom>
        </p:spPr>
        <p:txBody>
          <a:bodyPr vert="horz" lIns="91440" tIns="0" rIns="0" bIns="0" rtlCol="0">
            <a:noAutofit/>
          </a:bodyPr>
          <a:lstStyle>
            <a:lvl1pPr marL="0" indent="0">
              <a:spcAft>
                <a:spcPts val="533"/>
              </a:spcAft>
              <a:buClr>
                <a:schemeClr val="accent1"/>
              </a:buClr>
              <a:buFontTx/>
              <a:buNone/>
              <a:defRPr sz="1600" b="0" i="0" cap="all" baseline="0">
                <a:solidFill>
                  <a:schemeClr val="accent2">
                    <a:lumMod val="50000"/>
                  </a:schemeClr>
                </a:solidFill>
                <a:latin typeface="Roboto Lt" pitchFamily="2" charset="0"/>
                <a:ea typeface="Roboto Lt" pitchFamily="2" charset="0"/>
                <a:cs typeface="Calibri" panose="020F0502020204030204" pitchFamily="34" charset="0"/>
              </a:defRPr>
            </a:lvl1pPr>
            <a:lvl2pPr marL="0" indent="0">
              <a:spcBef>
                <a:spcPts val="0"/>
              </a:spcBef>
              <a:spcAft>
                <a:spcPts val="533"/>
              </a:spcAft>
              <a:buNone/>
              <a:defRPr sz="1600" b="0" i="0" cap="none" baseline="0">
                <a:latin typeface="Roboto" pitchFamily="2"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Roboto Lt" pitchFamily="2" charset="0"/>
                <a:ea typeface="Roboto Lt" pitchFamily="2" charset="0"/>
                <a:cs typeface="Calibri" panose="020F0502020204030204" pitchFamily="34" charset="0"/>
              </a:defRPr>
            </a:lvl3pPr>
            <a:lvl4pPr marL="152396" indent="-141814">
              <a:spcAft>
                <a:spcPts val="533"/>
              </a:spcAft>
              <a:buFont typeface="Arial" panose="020B0604020202020204" pitchFamily="34" charset="0"/>
              <a:buChar char="•"/>
              <a:tabLst/>
              <a:defRPr sz="1333" b="0" i="0">
                <a:latin typeface="Roboto Lt" pitchFamily="2"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Tree>
    <p:extLst>
      <p:ext uri="{BB962C8B-B14F-4D97-AF65-F5344CB8AC3E}">
        <p14:creationId xmlns:p14="http://schemas.microsoft.com/office/powerpoint/2010/main" val="2835333920"/>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Tree>
    <p:extLst>
      <p:ext uri="{BB962C8B-B14F-4D97-AF65-F5344CB8AC3E}">
        <p14:creationId xmlns:p14="http://schemas.microsoft.com/office/powerpoint/2010/main" val="3305742756"/>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Slid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
        <p:nvSpPr>
          <p:cNvPr id="4" name="Text Placeholder 8">
            <a:extLst>
              <a:ext uri="{FF2B5EF4-FFF2-40B4-BE49-F238E27FC236}">
                <a16:creationId xmlns:a16="http://schemas.microsoft.com/office/drawing/2014/main" id="{7176B03B-C450-3A36-B7EB-83552E1D2C03}"/>
              </a:ext>
            </a:extLst>
          </p:cNvPr>
          <p:cNvSpPr>
            <a:spLocks noGrp="1"/>
          </p:cNvSpPr>
          <p:nvPr>
            <p:ph type="body" sz="quarter" idx="25"/>
          </p:nvPr>
        </p:nvSpPr>
        <p:spPr>
          <a:xfrm>
            <a:off x="457200" y="1066800"/>
            <a:ext cx="11277600" cy="457200"/>
          </a:xfrm>
        </p:spPr>
        <p:txBody>
          <a:bodyPr anchor="t"/>
          <a:lstStyle>
            <a:lvl1pPr marL="0" indent="0" algn="l">
              <a:buFontTx/>
              <a:buNone/>
              <a:defRPr sz="1867" b="0" i="0">
                <a:solidFill>
                  <a:schemeClr val="accent2"/>
                </a:solidFill>
                <a:latin typeface="Roboto Lt" pitchFamily="2" charset="0"/>
                <a:ea typeface="Roboto Lt"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33" name="Oval 32">
            <a:extLst>
              <a:ext uri="{FF2B5EF4-FFF2-40B4-BE49-F238E27FC236}">
                <a16:creationId xmlns:a16="http://schemas.microsoft.com/office/drawing/2014/main" id="{09494052-511D-B9F3-373B-C16A528047C5}"/>
              </a:ext>
            </a:extLst>
          </p:cNvPr>
          <p:cNvSpPr/>
          <p:nvPr userDrawn="1"/>
        </p:nvSpPr>
        <p:spPr bwMode="gray">
          <a:xfrm>
            <a:off x="457200" y="1752599"/>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8" name="Content Placeholder 37">
            <a:extLst>
              <a:ext uri="{FF2B5EF4-FFF2-40B4-BE49-F238E27FC236}">
                <a16:creationId xmlns:a16="http://schemas.microsoft.com/office/drawing/2014/main" id="{6697932C-8196-283F-1E6C-E096F40DAE0B}"/>
              </a:ext>
            </a:extLst>
          </p:cNvPr>
          <p:cNvSpPr>
            <a:spLocks noGrp="1"/>
          </p:cNvSpPr>
          <p:nvPr>
            <p:ph sz="quarter" idx="26"/>
          </p:nvPr>
        </p:nvSpPr>
        <p:spPr>
          <a:xfrm>
            <a:off x="1219200" y="1752601"/>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0" name="Picture Placeholder 39">
            <a:extLst>
              <a:ext uri="{FF2B5EF4-FFF2-40B4-BE49-F238E27FC236}">
                <a16:creationId xmlns:a16="http://schemas.microsoft.com/office/drawing/2014/main" id="{F52263EF-73BF-45E3-CD95-966BDE348871}"/>
              </a:ext>
            </a:extLst>
          </p:cNvPr>
          <p:cNvSpPr>
            <a:spLocks noGrp="1"/>
          </p:cNvSpPr>
          <p:nvPr>
            <p:ph type="pic" sz="quarter" idx="27"/>
          </p:nvPr>
        </p:nvSpPr>
        <p:spPr>
          <a:xfrm>
            <a:off x="503496" y="1798512"/>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41" name="Oval 40">
            <a:extLst>
              <a:ext uri="{FF2B5EF4-FFF2-40B4-BE49-F238E27FC236}">
                <a16:creationId xmlns:a16="http://schemas.microsoft.com/office/drawing/2014/main" id="{D03A7CAC-F5D8-F7D5-368B-B13FF1A1CDE4}"/>
              </a:ext>
            </a:extLst>
          </p:cNvPr>
          <p:cNvSpPr/>
          <p:nvPr userDrawn="1"/>
        </p:nvSpPr>
        <p:spPr bwMode="gray">
          <a:xfrm>
            <a:off x="4227251" y="1752600"/>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2" name="Content Placeholder 37">
            <a:extLst>
              <a:ext uri="{FF2B5EF4-FFF2-40B4-BE49-F238E27FC236}">
                <a16:creationId xmlns:a16="http://schemas.microsoft.com/office/drawing/2014/main" id="{03F4242D-0AF6-8E8C-8E43-AC78131EA528}"/>
              </a:ext>
            </a:extLst>
          </p:cNvPr>
          <p:cNvSpPr>
            <a:spLocks noGrp="1"/>
          </p:cNvSpPr>
          <p:nvPr>
            <p:ph sz="quarter" idx="28"/>
          </p:nvPr>
        </p:nvSpPr>
        <p:spPr>
          <a:xfrm>
            <a:off x="4989251" y="1752602"/>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3" name="Picture Placeholder 39">
            <a:extLst>
              <a:ext uri="{FF2B5EF4-FFF2-40B4-BE49-F238E27FC236}">
                <a16:creationId xmlns:a16="http://schemas.microsoft.com/office/drawing/2014/main" id="{3B8DF74C-AC17-AC83-EAC8-A5591C59B5D0}"/>
              </a:ext>
            </a:extLst>
          </p:cNvPr>
          <p:cNvSpPr>
            <a:spLocks noGrp="1"/>
          </p:cNvSpPr>
          <p:nvPr>
            <p:ph type="pic" sz="quarter" idx="29"/>
          </p:nvPr>
        </p:nvSpPr>
        <p:spPr>
          <a:xfrm>
            <a:off x="4273547" y="1798513"/>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44" name="Oval 43">
            <a:extLst>
              <a:ext uri="{FF2B5EF4-FFF2-40B4-BE49-F238E27FC236}">
                <a16:creationId xmlns:a16="http://schemas.microsoft.com/office/drawing/2014/main" id="{94D4C923-BF2E-43AA-E580-031D5EF3F244}"/>
              </a:ext>
            </a:extLst>
          </p:cNvPr>
          <p:cNvSpPr/>
          <p:nvPr userDrawn="1"/>
        </p:nvSpPr>
        <p:spPr bwMode="gray">
          <a:xfrm>
            <a:off x="8001000" y="1752600"/>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5" name="Content Placeholder 37">
            <a:extLst>
              <a:ext uri="{FF2B5EF4-FFF2-40B4-BE49-F238E27FC236}">
                <a16:creationId xmlns:a16="http://schemas.microsoft.com/office/drawing/2014/main" id="{6ADD27A1-5E7C-D19E-509F-5367D58371D9}"/>
              </a:ext>
            </a:extLst>
          </p:cNvPr>
          <p:cNvSpPr>
            <a:spLocks noGrp="1"/>
          </p:cNvSpPr>
          <p:nvPr>
            <p:ph sz="quarter" idx="30"/>
          </p:nvPr>
        </p:nvSpPr>
        <p:spPr>
          <a:xfrm>
            <a:off x="8763000" y="1752602"/>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6" name="Picture Placeholder 39">
            <a:extLst>
              <a:ext uri="{FF2B5EF4-FFF2-40B4-BE49-F238E27FC236}">
                <a16:creationId xmlns:a16="http://schemas.microsoft.com/office/drawing/2014/main" id="{19FC2AC8-CE18-5479-BB2C-4196BE1DF030}"/>
              </a:ext>
            </a:extLst>
          </p:cNvPr>
          <p:cNvSpPr>
            <a:spLocks noGrp="1"/>
          </p:cNvSpPr>
          <p:nvPr>
            <p:ph type="pic" sz="quarter" idx="31"/>
          </p:nvPr>
        </p:nvSpPr>
        <p:spPr>
          <a:xfrm>
            <a:off x="8047296" y="1798513"/>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47" name="Oval 46">
            <a:extLst>
              <a:ext uri="{FF2B5EF4-FFF2-40B4-BE49-F238E27FC236}">
                <a16:creationId xmlns:a16="http://schemas.microsoft.com/office/drawing/2014/main" id="{56F42E8A-95C2-0B01-E85B-F6ABA32A782A}"/>
              </a:ext>
            </a:extLst>
          </p:cNvPr>
          <p:cNvSpPr/>
          <p:nvPr userDrawn="1"/>
        </p:nvSpPr>
        <p:spPr bwMode="gray">
          <a:xfrm>
            <a:off x="457200" y="4038599"/>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8" name="Content Placeholder 37">
            <a:extLst>
              <a:ext uri="{FF2B5EF4-FFF2-40B4-BE49-F238E27FC236}">
                <a16:creationId xmlns:a16="http://schemas.microsoft.com/office/drawing/2014/main" id="{DF286612-E331-E096-49EB-AB8ABD91725D}"/>
              </a:ext>
            </a:extLst>
          </p:cNvPr>
          <p:cNvSpPr>
            <a:spLocks noGrp="1"/>
          </p:cNvSpPr>
          <p:nvPr>
            <p:ph sz="quarter" idx="32"/>
          </p:nvPr>
        </p:nvSpPr>
        <p:spPr>
          <a:xfrm>
            <a:off x="1219200" y="4038601"/>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9" name="Picture Placeholder 39">
            <a:extLst>
              <a:ext uri="{FF2B5EF4-FFF2-40B4-BE49-F238E27FC236}">
                <a16:creationId xmlns:a16="http://schemas.microsoft.com/office/drawing/2014/main" id="{7ED44CC3-AEFA-116E-8797-F179539E3D7E}"/>
              </a:ext>
            </a:extLst>
          </p:cNvPr>
          <p:cNvSpPr>
            <a:spLocks noGrp="1"/>
          </p:cNvSpPr>
          <p:nvPr>
            <p:ph type="pic" sz="quarter" idx="33"/>
          </p:nvPr>
        </p:nvSpPr>
        <p:spPr>
          <a:xfrm>
            <a:off x="503496" y="4084512"/>
            <a:ext cx="670560" cy="670560"/>
          </a:xfrm>
          <a:prstGeom prst="ellipse">
            <a:avLst/>
          </a:prstGeom>
          <a:ln w="6350">
            <a:solidFill>
              <a:schemeClr val="accent2"/>
            </a:solidFill>
          </a:ln>
        </p:spPr>
        <p:txBody>
          <a:bodyPr lIns="0" anchor="ctr"/>
          <a:lstStyle>
            <a:lvl1pPr algn="ctr">
              <a:defRPr sz="1067"/>
            </a:lvl1pPr>
          </a:lstStyle>
          <a:p>
            <a:endParaRPr lang="en-US"/>
          </a:p>
        </p:txBody>
      </p:sp>
      <p:sp>
        <p:nvSpPr>
          <p:cNvPr id="50" name="Oval 49">
            <a:extLst>
              <a:ext uri="{FF2B5EF4-FFF2-40B4-BE49-F238E27FC236}">
                <a16:creationId xmlns:a16="http://schemas.microsoft.com/office/drawing/2014/main" id="{10B68C8F-3C1F-B708-B4B3-D2211596E8FA}"/>
              </a:ext>
            </a:extLst>
          </p:cNvPr>
          <p:cNvSpPr/>
          <p:nvPr userDrawn="1"/>
        </p:nvSpPr>
        <p:spPr bwMode="gray">
          <a:xfrm>
            <a:off x="4227251" y="4038600"/>
            <a:ext cx="762000" cy="768096"/>
          </a:xfrm>
          <a:prstGeom prst="ellipse">
            <a:avLst/>
          </a:prstGeom>
          <a:solidFill>
            <a:schemeClr val="bg1"/>
          </a:solidFill>
          <a:ln w="6350" algn="ctr">
            <a:solidFill>
              <a:schemeClr val="accent2"/>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51" name="Content Placeholder 37">
            <a:extLst>
              <a:ext uri="{FF2B5EF4-FFF2-40B4-BE49-F238E27FC236}">
                <a16:creationId xmlns:a16="http://schemas.microsoft.com/office/drawing/2014/main" id="{E6313F05-F738-D1F4-2D7D-7D148B14FF69}"/>
              </a:ext>
            </a:extLst>
          </p:cNvPr>
          <p:cNvSpPr>
            <a:spLocks noGrp="1"/>
          </p:cNvSpPr>
          <p:nvPr>
            <p:ph sz="quarter" idx="34"/>
          </p:nvPr>
        </p:nvSpPr>
        <p:spPr>
          <a:xfrm>
            <a:off x="4989251" y="4038602"/>
            <a:ext cx="2935549" cy="1904999"/>
          </a:xfrm>
        </p:spPr>
        <p:txBody>
          <a:bodyPr/>
          <a:lstStyle>
            <a:lvl1pPr>
              <a:defRPr sz="1600">
                <a:solidFill>
                  <a:schemeClr val="accent2"/>
                </a:solidFill>
              </a:defRPr>
            </a:lvl1pPr>
            <a:lvl2pPr>
              <a:defRPr sz="1467" b="0" i="0" cap="none" baseline="0">
                <a:solidFill>
                  <a:schemeClr val="accent2"/>
                </a:solidFill>
                <a:latin typeface="Roboto Cn" pitchFamily="2" charset="0"/>
                <a:ea typeface="Roboto Cn" pitchFamily="2" charset="0"/>
              </a:defRPr>
            </a:lvl2pPr>
            <a:lvl3pPr marL="160863" indent="-150280">
              <a:tabLst/>
              <a:defRPr sz="1200"/>
            </a:lvl3pPr>
            <a:lvl4pPr marL="309026" indent="-146047">
              <a:tabLst/>
              <a:defRPr sz="1400"/>
            </a:lvl4pPr>
            <a:lvl5pPr>
              <a:defRPr sz="1333"/>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2" name="Picture Placeholder 39">
            <a:extLst>
              <a:ext uri="{FF2B5EF4-FFF2-40B4-BE49-F238E27FC236}">
                <a16:creationId xmlns:a16="http://schemas.microsoft.com/office/drawing/2014/main" id="{C788B9E8-6206-B7B4-B3F6-387E307B8916}"/>
              </a:ext>
            </a:extLst>
          </p:cNvPr>
          <p:cNvSpPr>
            <a:spLocks noGrp="1"/>
          </p:cNvSpPr>
          <p:nvPr>
            <p:ph type="pic" sz="quarter" idx="35"/>
          </p:nvPr>
        </p:nvSpPr>
        <p:spPr>
          <a:xfrm>
            <a:off x="4273547" y="4084513"/>
            <a:ext cx="670560" cy="670560"/>
          </a:xfrm>
          <a:prstGeom prst="ellipse">
            <a:avLst/>
          </a:prstGeom>
          <a:ln w="6350">
            <a:solidFill>
              <a:schemeClr val="accent2"/>
            </a:solidFill>
          </a:ln>
        </p:spPr>
        <p:txBody>
          <a:bodyPr lIns="0" anchor="ctr"/>
          <a:lstStyle>
            <a:lvl1pPr algn="ctr">
              <a:defRPr sz="1067"/>
            </a:lvl1pPr>
          </a:lstStyle>
          <a:p>
            <a:endParaRPr lang="en-US"/>
          </a:p>
        </p:txBody>
      </p:sp>
    </p:spTree>
    <p:extLst>
      <p:ext uri="{BB962C8B-B14F-4D97-AF65-F5344CB8AC3E}">
        <p14:creationId xmlns:p14="http://schemas.microsoft.com/office/powerpoint/2010/main" val="2596794420"/>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16" name="Content Placeholder 15">
            <a:extLst>
              <a:ext uri="{FF2B5EF4-FFF2-40B4-BE49-F238E27FC236}">
                <a16:creationId xmlns:a16="http://schemas.microsoft.com/office/drawing/2014/main" id="{7DC86CFC-3FBB-1B85-2564-8A7A27BE4EC2}"/>
              </a:ext>
            </a:extLst>
          </p:cNvPr>
          <p:cNvSpPr>
            <a:spLocks noGrp="1"/>
          </p:cNvSpPr>
          <p:nvPr>
            <p:ph sz="quarter" idx="14"/>
          </p:nvPr>
        </p:nvSpPr>
        <p:spPr>
          <a:xfrm>
            <a:off x="479568" y="1147234"/>
            <a:ext cx="11255231" cy="4804833"/>
          </a:xfrm>
        </p:spPr>
        <p:txBody>
          <a:bodyPr/>
          <a:lstStyle>
            <a:lvl1pPr algn="l">
              <a:spcAft>
                <a:spcPts val="0"/>
              </a:spcAft>
              <a:defRPr sz="1867" b="1" i="0">
                <a:solidFill>
                  <a:schemeClr val="accent1">
                    <a:lumMod val="50000"/>
                  </a:schemeClr>
                </a:solidFill>
                <a:latin typeface="Calibri" panose="020F0502020204030204" pitchFamily="34" charset="0"/>
                <a:cs typeface="Calibri" panose="020F0502020204030204" pitchFamily="34" charset="0"/>
              </a:defRPr>
            </a:lvl1pPr>
            <a:lvl2pPr>
              <a:spcBef>
                <a:spcPts val="800"/>
              </a:spcBef>
              <a:spcAft>
                <a:spcPts val="0"/>
              </a:spcAft>
              <a:defRPr sz="1867" b="0" i="0">
                <a:latin typeface="Calibri Light" panose="020F0302020204030204" pitchFamily="34" charset="0"/>
                <a:cs typeface="Calibri Light" panose="020F0302020204030204" pitchFamily="34" charset="0"/>
              </a:defRPr>
            </a:lvl2pPr>
            <a:lvl3pPr marL="162980" indent="-152396">
              <a:tabLst/>
              <a:defRPr/>
            </a:lvl3pPr>
            <a:lvl4pPr marL="313259" indent="-150280">
              <a:buClr>
                <a:schemeClr val="accent2"/>
              </a:buClr>
              <a:buFont typeface="Arial" panose="020B0604020202020204" pitchFamily="34" charset="0"/>
              <a:buChar char="•"/>
              <a:tabLst/>
              <a:defRPr/>
            </a:lvl4pPr>
            <a:lvl5pPr marL="465655" indent="-152396">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51386469"/>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oval image">
    <p:bg bwMode="gray">
      <p:bgPr>
        <a:solidFill>
          <a:schemeClr val="bg1"/>
        </a:solidFill>
        <a:effectLst/>
      </p:bgPr>
    </p:bg>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B0843E5D-4834-58F0-51D0-BCD3388A82CE}"/>
              </a:ext>
            </a:extLst>
          </p:cNvPr>
          <p:cNvSpPr>
            <a:spLocks noGrp="1"/>
          </p:cNvSpPr>
          <p:nvPr>
            <p:ph type="ftr" sz="quarter" idx="13"/>
          </p:nvPr>
        </p:nvSpPr>
        <p:spPr>
          <a:xfrm>
            <a:off x="4648201" y="6399314"/>
            <a:ext cx="7073900" cy="363599"/>
          </a:xfrm>
          <a:prstGeom prst="rect">
            <a:avLst/>
          </a:prstGeom>
        </p:spPr>
        <p:txBody>
          <a:bodyPr/>
          <a:lstStyle/>
          <a:p>
            <a:pPr algn="r"/>
            <a:r>
              <a:rPr lang="en-US"/>
              <a:t>Unclassified | Non-CUI | Date Submitted: XX June, 2023</a:t>
            </a:r>
          </a:p>
        </p:txBody>
      </p:sp>
      <p:sp>
        <p:nvSpPr>
          <p:cNvPr id="16" name="Content Placeholder 15">
            <a:extLst>
              <a:ext uri="{FF2B5EF4-FFF2-40B4-BE49-F238E27FC236}">
                <a16:creationId xmlns:a16="http://schemas.microsoft.com/office/drawing/2014/main" id="{7DC86CFC-3FBB-1B85-2564-8A7A27BE4EC2}"/>
              </a:ext>
            </a:extLst>
          </p:cNvPr>
          <p:cNvSpPr>
            <a:spLocks noGrp="1"/>
          </p:cNvSpPr>
          <p:nvPr>
            <p:ph sz="quarter" idx="14"/>
          </p:nvPr>
        </p:nvSpPr>
        <p:spPr>
          <a:xfrm>
            <a:off x="479568" y="1147234"/>
            <a:ext cx="11255231" cy="4804833"/>
          </a:xfrm>
        </p:spPr>
        <p:txBody>
          <a:bodyPr/>
          <a:lstStyle>
            <a:lvl1pPr algn="l">
              <a:spcAft>
                <a:spcPts val="0"/>
              </a:spcAft>
              <a:defRPr sz="1600" b="1" i="0">
                <a:solidFill>
                  <a:schemeClr val="accent1">
                    <a:lumMod val="50000"/>
                  </a:schemeClr>
                </a:solidFill>
                <a:latin typeface="Calibri" panose="020F0502020204030204" pitchFamily="34" charset="0"/>
                <a:cs typeface="Calibri" panose="020F0502020204030204" pitchFamily="34" charset="0"/>
              </a:defRPr>
            </a:lvl1pPr>
            <a:lvl2pPr>
              <a:spcBef>
                <a:spcPts val="800"/>
              </a:spcBef>
              <a:spcAft>
                <a:spcPts val="0"/>
              </a:spcAft>
              <a:defRPr sz="1600" b="0" i="0">
                <a:latin typeface="Calibri Light" panose="020F0302020204030204" pitchFamily="34" charset="0"/>
                <a:cs typeface="Calibri Light" panose="020F0302020204030204" pitchFamily="34" charset="0"/>
              </a:defRPr>
            </a:lvl2pPr>
            <a:lvl3pPr marL="162980" indent="-152396">
              <a:tabLst/>
              <a:defRPr sz="1467"/>
            </a:lvl3pPr>
            <a:lvl4pPr marL="313259" indent="-150280">
              <a:buClr>
                <a:schemeClr val="accent2"/>
              </a:buClr>
              <a:buFont typeface="Arial" panose="020B0604020202020204" pitchFamily="34" charset="0"/>
              <a:buChar char="•"/>
              <a:tabLst/>
              <a:defRPr sz="1400"/>
            </a:lvl4pPr>
            <a:lvl5pPr marL="465655" indent="-152396">
              <a:tabLst/>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FB5AFB4-296C-A169-F529-4664E092B7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5638949"/>
      </p:ext>
    </p:extLst>
  </p:cSld>
  <p:clrMapOvr>
    <a:masterClrMapping/>
  </p:clrMapOvr>
  <p:transition>
    <p:fade/>
  </p:transition>
  <p:extLst>
    <p:ext uri="{DCECCB84-F9BA-43D5-87BE-67443E8EF086}">
      <p15:sldGuideLst xmlns:p15="http://schemas.microsoft.com/office/powerpoint/2012/main">
        <p15:guide id="1" orient="horz" pos="306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36E462-9E25-9CAF-4C82-BF497B91D18C}"/>
              </a:ext>
            </a:extLst>
          </p:cNvPr>
          <p:cNvSpPr>
            <a:spLocks noGrp="1"/>
          </p:cNvSpPr>
          <p:nvPr>
            <p:ph type="ftr" sz="quarter" idx="21"/>
          </p:nvPr>
        </p:nvSpPr>
        <p:spPr>
          <a:xfrm>
            <a:off x="4648201" y="6399314"/>
            <a:ext cx="7073900" cy="363599"/>
          </a:xfrm>
          <a:prstGeom prst="rect">
            <a:avLst/>
          </a:prstGeom>
        </p:spPr>
        <p:txBody>
          <a:bodyPr/>
          <a:lstStyle/>
          <a:p>
            <a:pPr algn="r"/>
            <a:r>
              <a:rPr lang="en-US"/>
              <a:t>Unclassified | Non-CUI | Date Submitted: XX June, 2023</a:t>
            </a:r>
          </a:p>
        </p:txBody>
      </p:sp>
      <p:sp>
        <p:nvSpPr>
          <p:cNvPr id="2" name="Title 1">
            <a:extLst>
              <a:ext uri="{FF2B5EF4-FFF2-40B4-BE49-F238E27FC236}">
                <a16:creationId xmlns:a16="http://schemas.microsoft.com/office/drawing/2014/main" id="{34F61F52-5BB5-D1E8-2D38-8469C90B11A7}"/>
              </a:ext>
            </a:extLst>
          </p:cNvPr>
          <p:cNvSpPr>
            <a:spLocks noGrp="1"/>
          </p:cNvSpPr>
          <p:nvPr>
            <p:ph type="title"/>
          </p:nvPr>
        </p:nvSpPr>
        <p:spPr/>
        <p:txBody>
          <a:bodyPr/>
          <a:lstStyle/>
          <a:p>
            <a:r>
              <a:rPr lang="en-US"/>
              <a:t>Click to edit Master title style</a:t>
            </a:r>
          </a:p>
        </p:txBody>
      </p:sp>
      <p:sp>
        <p:nvSpPr>
          <p:cNvPr id="11" name="Content Placeholder 10">
            <a:extLst>
              <a:ext uri="{FF2B5EF4-FFF2-40B4-BE49-F238E27FC236}">
                <a16:creationId xmlns:a16="http://schemas.microsoft.com/office/drawing/2014/main" id="{5E604DE5-EEC1-58A7-90D6-66CA3EEA4B44}"/>
              </a:ext>
            </a:extLst>
          </p:cNvPr>
          <p:cNvSpPr>
            <a:spLocks noGrp="1"/>
          </p:cNvSpPr>
          <p:nvPr>
            <p:ph sz="quarter" idx="22"/>
          </p:nvPr>
        </p:nvSpPr>
        <p:spPr>
          <a:xfrm>
            <a:off x="533400" y="1219200"/>
            <a:ext cx="11125200" cy="1219200"/>
          </a:xfrm>
        </p:spPr>
        <p:txBody>
          <a:bodyPr/>
          <a:lstStyle>
            <a:lvl1pPr algn="just">
              <a:defRPr sz="16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10">
            <a:extLst>
              <a:ext uri="{FF2B5EF4-FFF2-40B4-BE49-F238E27FC236}">
                <a16:creationId xmlns:a16="http://schemas.microsoft.com/office/drawing/2014/main" id="{1310E9ED-1DE5-6DA5-FF82-EFB838AD9648}"/>
              </a:ext>
            </a:extLst>
          </p:cNvPr>
          <p:cNvSpPr>
            <a:spLocks noGrp="1"/>
          </p:cNvSpPr>
          <p:nvPr>
            <p:ph sz="quarter" idx="23"/>
          </p:nvPr>
        </p:nvSpPr>
        <p:spPr>
          <a:xfrm>
            <a:off x="533400" y="2133600"/>
            <a:ext cx="7693152" cy="1066800"/>
          </a:xfrm>
        </p:spPr>
        <p:txBody>
          <a:bodyPr/>
          <a:lstStyle>
            <a:lvl1pPr>
              <a:defRPr sz="1467"/>
            </a:lvl1pPr>
            <a:lvl2pPr>
              <a:defRPr sz="1467"/>
            </a:lvl2pPr>
            <a:lvl3pPr marL="10582" indent="0">
              <a:buNone/>
              <a:defRPr sz="1333"/>
            </a:lvl3pPr>
          </a:lstStyle>
          <a:p>
            <a:pPr lvl="0"/>
            <a:r>
              <a:rPr lang="en-US"/>
              <a:t>Click to edit Master text styles</a:t>
            </a:r>
          </a:p>
          <a:p>
            <a:pPr lvl="1"/>
            <a:r>
              <a:rPr lang="en-US"/>
              <a:t>Second level</a:t>
            </a:r>
          </a:p>
          <a:p>
            <a:pPr lvl="2"/>
            <a:r>
              <a:rPr lang="en-US"/>
              <a:t>Third level</a:t>
            </a:r>
          </a:p>
        </p:txBody>
      </p:sp>
      <p:sp>
        <p:nvSpPr>
          <p:cNvPr id="13" name="Content Placeholder 10">
            <a:extLst>
              <a:ext uri="{FF2B5EF4-FFF2-40B4-BE49-F238E27FC236}">
                <a16:creationId xmlns:a16="http://schemas.microsoft.com/office/drawing/2014/main" id="{010ABCF1-AC9B-10D5-8BAB-AE7994C462BE}"/>
              </a:ext>
            </a:extLst>
          </p:cNvPr>
          <p:cNvSpPr>
            <a:spLocks noGrp="1"/>
          </p:cNvSpPr>
          <p:nvPr>
            <p:ph sz="quarter" idx="24"/>
          </p:nvPr>
        </p:nvSpPr>
        <p:spPr>
          <a:xfrm>
            <a:off x="533400" y="3425952"/>
            <a:ext cx="7693152" cy="1072896"/>
          </a:xfrm>
        </p:spPr>
        <p:txBody>
          <a:bodyPr/>
          <a:lstStyle>
            <a:lvl1pPr>
              <a:defRPr sz="1467"/>
            </a:lvl1pPr>
            <a:lvl2pPr>
              <a:defRPr sz="1467"/>
            </a:lvl2pPr>
            <a:lvl3pPr marL="10582" indent="0">
              <a:buFontTx/>
              <a:buNone/>
              <a:defRPr sz="1333"/>
            </a:lvl3pPr>
          </a:lstStyle>
          <a:p>
            <a:pPr lvl="0"/>
            <a:r>
              <a:rPr lang="en-US"/>
              <a:t>Click to edit Master text styles</a:t>
            </a:r>
          </a:p>
          <a:p>
            <a:pPr lvl="1"/>
            <a:r>
              <a:rPr lang="en-US"/>
              <a:t>Second level</a:t>
            </a:r>
          </a:p>
          <a:p>
            <a:pPr lvl="2"/>
            <a:r>
              <a:rPr lang="en-US"/>
              <a:t>Third level</a:t>
            </a:r>
          </a:p>
        </p:txBody>
      </p:sp>
      <p:sp>
        <p:nvSpPr>
          <p:cNvPr id="14" name="Content Placeholder 10">
            <a:extLst>
              <a:ext uri="{FF2B5EF4-FFF2-40B4-BE49-F238E27FC236}">
                <a16:creationId xmlns:a16="http://schemas.microsoft.com/office/drawing/2014/main" id="{C0687127-A626-54D2-B23C-69B0A15A3E04}"/>
              </a:ext>
            </a:extLst>
          </p:cNvPr>
          <p:cNvSpPr>
            <a:spLocks noGrp="1"/>
          </p:cNvSpPr>
          <p:nvPr>
            <p:ph sz="quarter" idx="25"/>
          </p:nvPr>
        </p:nvSpPr>
        <p:spPr>
          <a:xfrm>
            <a:off x="533400" y="4721352"/>
            <a:ext cx="7693152" cy="1066800"/>
          </a:xfrm>
        </p:spPr>
        <p:txBody>
          <a:bodyPr/>
          <a:lstStyle>
            <a:lvl1pPr>
              <a:defRPr sz="1467"/>
            </a:lvl1pPr>
            <a:lvl2pPr>
              <a:defRPr sz="1467"/>
            </a:lvl2pPr>
            <a:lvl3pPr marL="10582" indent="0">
              <a:buNone/>
              <a:defRPr sz="1333"/>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09667715"/>
      </p:ext>
    </p:extLst>
  </p:cSld>
  <p:clrMapOvr>
    <a:masterClrMapping/>
  </p:clrMapOvr>
  <p:transition>
    <p:fade/>
  </p:transition>
  <p:extLst>
    <p:ext uri="{DCECCB84-F9BA-43D5-87BE-67443E8EF086}">
      <p15:sldGuideLst xmlns:p15="http://schemas.microsoft.com/office/powerpoint/2012/main">
        <p15:guide id="1" orient="horz" pos="1656">
          <p15:clr>
            <a:srgbClr val="FBAE40"/>
          </p15:clr>
        </p15:guide>
        <p15:guide id="2" pos="2880">
          <p15:clr>
            <a:srgbClr val="FBAE40"/>
          </p15:clr>
        </p15:guide>
        <p15:guide id="3" orient="horz" pos="280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7" name="Text Placeholder 8">
            <a:extLst>
              <a:ext uri="{FF2B5EF4-FFF2-40B4-BE49-F238E27FC236}">
                <a16:creationId xmlns:a16="http://schemas.microsoft.com/office/drawing/2014/main" id="{5E64BA1B-5B38-A16A-3884-CA42137EE07B}"/>
              </a:ext>
            </a:extLst>
          </p:cNvPr>
          <p:cNvSpPr>
            <a:spLocks noGrp="1"/>
          </p:cNvSpPr>
          <p:nvPr>
            <p:ph type="body" sz="quarter" idx="18"/>
          </p:nvPr>
        </p:nvSpPr>
        <p:spPr>
          <a:xfrm>
            <a:off x="6248400" y="1219200"/>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3" name="Footer Placeholder 2">
            <a:extLst>
              <a:ext uri="{FF2B5EF4-FFF2-40B4-BE49-F238E27FC236}">
                <a16:creationId xmlns:a16="http://schemas.microsoft.com/office/drawing/2014/main" id="{3336E462-9E25-9CAF-4C82-BF497B91D18C}"/>
              </a:ext>
            </a:extLst>
          </p:cNvPr>
          <p:cNvSpPr>
            <a:spLocks noGrp="1"/>
          </p:cNvSpPr>
          <p:nvPr>
            <p:ph type="ftr" sz="quarter" idx="21"/>
          </p:nvPr>
        </p:nvSpPr>
        <p:spPr>
          <a:xfrm>
            <a:off x="4648201" y="6399314"/>
            <a:ext cx="7073900" cy="363599"/>
          </a:xfrm>
          <a:prstGeom prst="rect">
            <a:avLst/>
          </a:prstGeom>
        </p:spPr>
        <p:txBody>
          <a:bodyPr/>
          <a:lstStyle/>
          <a:p>
            <a:pPr algn="r"/>
            <a:r>
              <a:rPr lang="en-US"/>
              <a:t>Unclassified | Non-CUI | Date Submitted: XX June, 2023</a:t>
            </a:r>
          </a:p>
        </p:txBody>
      </p:sp>
      <p:cxnSp>
        <p:nvCxnSpPr>
          <p:cNvPr id="4" name="Straight Connector 3">
            <a:extLst>
              <a:ext uri="{FF2B5EF4-FFF2-40B4-BE49-F238E27FC236}">
                <a16:creationId xmlns:a16="http://schemas.microsoft.com/office/drawing/2014/main" id="{65CA2975-A8D0-8248-84A3-513E90D68093}"/>
              </a:ext>
            </a:extLst>
          </p:cNvPr>
          <p:cNvCxnSpPr>
            <a:cxnSpLocks/>
          </p:cNvCxnSpPr>
          <p:nvPr userDrawn="1"/>
        </p:nvCxnSpPr>
        <p:spPr>
          <a:xfrm>
            <a:off x="644106" y="3590019"/>
            <a:ext cx="1093829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58204AA-0F3E-E4B2-5805-B0CD43F952C4}"/>
              </a:ext>
            </a:extLst>
          </p:cNvPr>
          <p:cNvCxnSpPr>
            <a:cxnSpLocks/>
          </p:cNvCxnSpPr>
          <p:nvPr userDrawn="1"/>
        </p:nvCxnSpPr>
        <p:spPr>
          <a:xfrm flipV="1">
            <a:off x="6096000" y="1414732"/>
            <a:ext cx="0" cy="4646763"/>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2C5CF41-95F2-9362-F3E3-D358266D6EA5}"/>
              </a:ext>
            </a:extLst>
          </p:cNvPr>
          <p:cNvSpPr>
            <a:spLocks noGrp="1"/>
          </p:cNvSpPr>
          <p:nvPr>
            <p:ph type="title"/>
          </p:nvPr>
        </p:nvSpPr>
        <p:spPr/>
        <p:txBody>
          <a:bodyPr/>
          <a:lstStyle/>
          <a:p>
            <a:r>
              <a:rPr lang="en-US"/>
              <a:t>Click to edit Master title style</a:t>
            </a:r>
          </a:p>
        </p:txBody>
      </p:sp>
      <p:sp>
        <p:nvSpPr>
          <p:cNvPr id="7" name="Text Placeholder 8">
            <a:extLst>
              <a:ext uri="{FF2B5EF4-FFF2-40B4-BE49-F238E27FC236}">
                <a16:creationId xmlns:a16="http://schemas.microsoft.com/office/drawing/2014/main" id="{7F77D67A-AED7-3F0A-EC42-283C166CDA54}"/>
              </a:ext>
            </a:extLst>
          </p:cNvPr>
          <p:cNvSpPr>
            <a:spLocks noGrp="1"/>
          </p:cNvSpPr>
          <p:nvPr>
            <p:ph type="body" sz="quarter" idx="22"/>
          </p:nvPr>
        </p:nvSpPr>
        <p:spPr>
          <a:xfrm>
            <a:off x="533400" y="1235971"/>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Text Placeholder 8">
            <a:extLst>
              <a:ext uri="{FF2B5EF4-FFF2-40B4-BE49-F238E27FC236}">
                <a16:creationId xmlns:a16="http://schemas.microsoft.com/office/drawing/2014/main" id="{BF159321-4B10-4A2D-F80A-0C0B38C79E7A}"/>
              </a:ext>
            </a:extLst>
          </p:cNvPr>
          <p:cNvSpPr>
            <a:spLocks noGrp="1"/>
          </p:cNvSpPr>
          <p:nvPr>
            <p:ph type="body" sz="quarter" idx="23"/>
          </p:nvPr>
        </p:nvSpPr>
        <p:spPr>
          <a:xfrm>
            <a:off x="6248400" y="3917336"/>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Text Placeholder 8">
            <a:extLst>
              <a:ext uri="{FF2B5EF4-FFF2-40B4-BE49-F238E27FC236}">
                <a16:creationId xmlns:a16="http://schemas.microsoft.com/office/drawing/2014/main" id="{3C8BF75F-3625-B560-B44C-829973BF9D0F}"/>
              </a:ext>
            </a:extLst>
          </p:cNvPr>
          <p:cNvSpPr>
            <a:spLocks noGrp="1"/>
          </p:cNvSpPr>
          <p:nvPr>
            <p:ph type="body" sz="quarter" idx="24"/>
          </p:nvPr>
        </p:nvSpPr>
        <p:spPr>
          <a:xfrm>
            <a:off x="533400" y="3934107"/>
            <a:ext cx="4978400" cy="2009493"/>
          </a:xfrm>
        </p:spPr>
        <p:txBody>
          <a:bodyPr/>
          <a:lstStyle>
            <a:lvl1pPr marL="0" indent="0" algn="l">
              <a:spcBef>
                <a:spcPts val="800"/>
              </a:spcBef>
              <a:spcAft>
                <a:spcPts val="0"/>
              </a:spcAft>
              <a:buFontTx/>
              <a:buNone/>
              <a:defRPr sz="1467"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Bef>
                <a:spcPts val="800"/>
              </a:spcBef>
              <a:spcAft>
                <a:spcPts val="0"/>
              </a:spcAft>
              <a:buClrTx/>
              <a:buSzPct val="100000"/>
              <a:buFont typeface="Arial" panose="020B0604020202020204" pitchFamily="34" charset="0"/>
              <a:buNone/>
              <a:defRPr sz="1333" b="0" i="0">
                <a:solidFill>
                  <a:schemeClr val="accent1"/>
                </a:solidFill>
                <a:latin typeface="Calibri" panose="020F0502020204030204" pitchFamily="34" charset="0"/>
                <a:ea typeface="Roboto Lt" pitchFamily="2" charset="0"/>
                <a:cs typeface="Calibri" panose="020F0502020204030204" pitchFamily="34" charset="0"/>
              </a:defRPr>
            </a:lvl2pPr>
            <a:lvl3pPr marL="239178" indent="-228594"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3pPr>
            <a:lvl4pPr marL="232828" indent="-222245" algn="l">
              <a:spcBef>
                <a:spcPts val="800"/>
              </a:spcBef>
              <a:spcAft>
                <a:spcPts val="0"/>
              </a:spcAft>
              <a:buClrTx/>
              <a:buSzPct val="100000"/>
              <a:buFont typeface="Arial" panose="020B0604020202020204" pitchFamily="34" charset="0"/>
              <a:buChar char="◦"/>
              <a:tabLst/>
              <a:defRPr sz="1200" b="0" i="0">
                <a:solidFill>
                  <a:schemeClr val="tx1"/>
                </a:solidFill>
                <a:latin typeface="Calibri" panose="020F0502020204030204" pitchFamily="34" charset="0"/>
                <a:ea typeface="Roboto Lt" pitchFamily="2" charset="0"/>
                <a:cs typeface="Calibri" panose="020F0502020204030204" pitchFamily="34" charset="0"/>
              </a:defRPr>
            </a:lvl4pPr>
            <a:lvl5pPr marL="584185" indent="-126997" algn="l">
              <a:spcAft>
                <a:spcPts val="1333"/>
              </a:spcAft>
              <a:buClrTx/>
              <a:buSzPct val="100000"/>
              <a:buFont typeface="Arial" panose="020B0604020202020204" pitchFamily="34" charset="0"/>
              <a:buChar char="−"/>
              <a:defRPr b="0" i="0" baseline="0">
                <a:solidFill>
                  <a:schemeClr val="tx1"/>
                </a:solidFill>
                <a:latin typeface="Roboto Lt" pitchFamily="2" charset="0"/>
                <a:ea typeface="Roboto Lt" pitchFamily="2" charset="0"/>
                <a:cs typeface="Open Sans Light" panose="020B0306030504020204" pitchFamily="34" charset="0"/>
              </a:defRPr>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425941537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61E55BFD-8B87-EE99-5A4E-4781A78A9A7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E3222CB5-B4DB-769B-A5DC-E522816BE055}"/>
              </a:ext>
            </a:extLst>
          </p:cNvPr>
          <p:cNvSpPr>
            <a:spLocks noGrp="1"/>
          </p:cNvSpPr>
          <p:nvPr>
            <p:ph type="ftr" sz="quarter" idx="10"/>
          </p:nvPr>
        </p:nvSpPr>
        <p:spPr>
          <a:xfrm>
            <a:off x="4648201" y="6399314"/>
            <a:ext cx="7073900" cy="363599"/>
          </a:xfrm>
          <a:prstGeom prst="rect">
            <a:avLst/>
          </a:prstGeom>
        </p:spPr>
        <p:txBody>
          <a:bodyPr/>
          <a:lstStyle/>
          <a:p>
            <a:pPr algn="r"/>
            <a:r>
              <a:rPr lang="en-US"/>
              <a:t>Unclassified | Non-CUI | Date Submitted: XX June, 2023</a:t>
            </a:r>
          </a:p>
        </p:txBody>
      </p:sp>
    </p:spTree>
    <p:extLst>
      <p:ext uri="{BB962C8B-B14F-4D97-AF65-F5344CB8AC3E}">
        <p14:creationId xmlns:p14="http://schemas.microsoft.com/office/powerpoint/2010/main" val="134557651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Qualifications 2 x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400B95-EE8C-BD6A-7971-F9F80FDA6EA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381001"/>
            <a:ext cx="12191999" cy="2452329"/>
          </a:xfrm>
          <a:prstGeom prst="rect">
            <a:avLst/>
          </a:prstGeom>
        </p:spPr>
      </p:pic>
      <p:sp>
        <p:nvSpPr>
          <p:cNvPr id="5" name="Rectangle 4">
            <a:extLst>
              <a:ext uri="{FF2B5EF4-FFF2-40B4-BE49-F238E27FC236}">
                <a16:creationId xmlns:a16="http://schemas.microsoft.com/office/drawing/2014/main" id="{90EFD956-C8EB-A793-8329-E18C17FED936}"/>
              </a:ext>
            </a:extLst>
          </p:cNvPr>
          <p:cNvSpPr/>
          <p:nvPr userDrawn="1"/>
        </p:nvSpPr>
        <p:spPr>
          <a:xfrm>
            <a:off x="0" y="340853"/>
            <a:ext cx="12192000" cy="2478548"/>
          </a:xfrm>
          <a:prstGeom prst="rect">
            <a:avLst/>
          </a:prstGeom>
          <a:gradFill flip="none" rotWithShape="1">
            <a:gsLst>
              <a:gs pos="100000">
                <a:schemeClr val="accent4">
                  <a:alpha val="41000"/>
                </a:schemeClr>
              </a:gs>
              <a:gs pos="68000">
                <a:schemeClr val="accent2">
                  <a:alpha val="16053"/>
                </a:schemeClr>
              </a:gs>
              <a:gs pos="37000">
                <a:schemeClr val="accent1">
                  <a:alpha val="89000"/>
                </a:schemeClr>
              </a:gs>
              <a:gs pos="0">
                <a:schemeClr val="accent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 name="Footer Placeholder 1">
            <a:extLst>
              <a:ext uri="{FF2B5EF4-FFF2-40B4-BE49-F238E27FC236}">
                <a16:creationId xmlns:a16="http://schemas.microsoft.com/office/drawing/2014/main" id="{E3222CB5-B4DB-769B-A5DC-E522816BE055}"/>
              </a:ext>
            </a:extLst>
          </p:cNvPr>
          <p:cNvSpPr>
            <a:spLocks noGrp="1"/>
          </p:cNvSpPr>
          <p:nvPr>
            <p:ph type="ftr" sz="quarter" idx="10"/>
          </p:nvPr>
        </p:nvSpPr>
        <p:spPr>
          <a:xfrm>
            <a:off x="4648201" y="6399314"/>
            <a:ext cx="7073900" cy="363599"/>
          </a:xfrm>
          <a:prstGeom prst="rect">
            <a:avLst/>
          </a:prstGeom>
        </p:spPr>
        <p:txBody>
          <a:bodyPr/>
          <a:lstStyle/>
          <a:p>
            <a:pPr algn="r"/>
            <a:r>
              <a:rPr lang="en-US"/>
              <a:t>Unclassified | Non-CUI | Date Submitted: XX June, 2023</a:t>
            </a:r>
          </a:p>
        </p:txBody>
      </p:sp>
      <p:sp>
        <p:nvSpPr>
          <p:cNvPr id="44" name="Title 43">
            <a:extLst>
              <a:ext uri="{FF2B5EF4-FFF2-40B4-BE49-F238E27FC236}">
                <a16:creationId xmlns:a16="http://schemas.microsoft.com/office/drawing/2014/main" id="{61E55BFD-8B87-EE99-5A4E-4781A78A9A7B}"/>
              </a:ext>
            </a:extLst>
          </p:cNvPr>
          <p:cNvSpPr>
            <a:spLocks noGrp="1"/>
          </p:cNvSpPr>
          <p:nvPr>
            <p:ph type="title"/>
          </p:nvPr>
        </p:nvSpPr>
        <p:spPr>
          <a:xfrm>
            <a:off x="469900" y="1219201"/>
            <a:ext cx="11252200" cy="692151"/>
          </a:xfrm>
        </p:spPr>
        <p:txBody>
          <a:bodyPr/>
          <a:lstStyle>
            <a:lvl1pPr>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84600755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91412A-0D0E-05F3-EBAC-D63C543DEE91}"/>
              </a:ext>
            </a:extLst>
          </p:cNvPr>
          <p:cNvSpPr>
            <a:spLocks noGrp="1"/>
          </p:cNvSpPr>
          <p:nvPr>
            <p:ph type="title"/>
          </p:nvPr>
        </p:nvSpPr>
        <p:spPr/>
        <p:txBody>
          <a:bodyPr/>
          <a:lstStyle/>
          <a:p>
            <a:r>
              <a:rPr lang="en-US"/>
              <a:t>Click to edit Master title style</a:t>
            </a:r>
          </a:p>
        </p:txBody>
      </p:sp>
      <p:sp>
        <p:nvSpPr>
          <p:cNvPr id="10" name="Footer Placeholder 9">
            <a:extLst>
              <a:ext uri="{FF2B5EF4-FFF2-40B4-BE49-F238E27FC236}">
                <a16:creationId xmlns:a16="http://schemas.microsoft.com/office/drawing/2014/main" id="{CF7DB4C0-A5EA-6F64-8E37-8D1F5253C57C}"/>
              </a:ext>
            </a:extLst>
          </p:cNvPr>
          <p:cNvSpPr>
            <a:spLocks noGrp="1"/>
          </p:cNvSpPr>
          <p:nvPr>
            <p:ph type="ftr" sz="quarter" idx="10"/>
          </p:nvPr>
        </p:nvSpPr>
        <p:spPr>
          <a:xfrm>
            <a:off x="4648201" y="6399314"/>
            <a:ext cx="7073900" cy="363599"/>
          </a:xfrm>
          <a:prstGeom prst="rect">
            <a:avLst/>
          </a:prstGeom>
        </p:spPr>
        <p:txBody>
          <a:bodyPr/>
          <a:lstStyle/>
          <a:p>
            <a:pPr algn="r"/>
            <a:r>
              <a:rPr lang="en-US"/>
              <a:t>Unclassified | Non-CUI | Date Submitted: XX June, 2023</a:t>
            </a:r>
          </a:p>
        </p:txBody>
      </p:sp>
      <p:sp>
        <p:nvSpPr>
          <p:cNvPr id="11" name="Oval 10">
            <a:extLst>
              <a:ext uri="{FF2B5EF4-FFF2-40B4-BE49-F238E27FC236}">
                <a16:creationId xmlns:a16="http://schemas.microsoft.com/office/drawing/2014/main" id="{1D708B71-95A0-9705-88D5-B573282D6B94}"/>
              </a:ext>
            </a:extLst>
          </p:cNvPr>
          <p:cNvSpPr/>
          <p:nvPr userDrawn="1"/>
        </p:nvSpPr>
        <p:spPr bwMode="gray">
          <a:xfrm>
            <a:off x="570854" y="1164234"/>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13" name="Рисунок 13">
            <a:extLst>
              <a:ext uri="{FF2B5EF4-FFF2-40B4-BE49-F238E27FC236}">
                <a16:creationId xmlns:a16="http://schemas.microsoft.com/office/drawing/2014/main" id="{5F93F37E-16D7-9944-8948-BD7C9F5E511F}"/>
              </a:ext>
            </a:extLst>
          </p:cNvPr>
          <p:cNvSpPr>
            <a:spLocks noGrp="1"/>
          </p:cNvSpPr>
          <p:nvPr>
            <p:ph type="pic" sz="quarter" idx="22"/>
          </p:nvPr>
        </p:nvSpPr>
        <p:spPr>
          <a:xfrm>
            <a:off x="630407" y="1179926"/>
            <a:ext cx="2261789" cy="2269581"/>
          </a:xfrm>
          <a:prstGeom prst="ellipse">
            <a:avLst/>
          </a:prstGeom>
          <a:noFill/>
          <a:ln w="3175" cap="flat" cmpd="sng">
            <a:noFill/>
            <a:prstDash val="solid"/>
            <a:round/>
            <a:headEnd type="none" w="sm" len="sm"/>
            <a:tailEnd type="none" w="sm" len="sm"/>
          </a:ln>
        </p:spPr>
        <p:txBody>
          <a:bodyPr anchor="ctr"/>
          <a:lstStyle>
            <a:lvl1pPr marL="0" indent="0" algn="ctr">
              <a:buNone/>
              <a:defRPr sz="1003" baseline="0"/>
            </a:lvl1pPr>
          </a:lstStyle>
          <a:p>
            <a:endParaRPr lang="en-US"/>
          </a:p>
        </p:txBody>
      </p:sp>
      <p:sp>
        <p:nvSpPr>
          <p:cNvPr id="15" name="Oval 14">
            <a:extLst>
              <a:ext uri="{FF2B5EF4-FFF2-40B4-BE49-F238E27FC236}">
                <a16:creationId xmlns:a16="http://schemas.microsoft.com/office/drawing/2014/main" id="{FAD914B9-0384-72AB-A5B5-37369195DE64}"/>
              </a:ext>
            </a:extLst>
          </p:cNvPr>
          <p:cNvSpPr/>
          <p:nvPr userDrawn="1"/>
        </p:nvSpPr>
        <p:spPr bwMode="gray">
          <a:xfrm>
            <a:off x="660400" y="1222783"/>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16" name="Oval 15">
            <a:extLst>
              <a:ext uri="{FF2B5EF4-FFF2-40B4-BE49-F238E27FC236}">
                <a16:creationId xmlns:a16="http://schemas.microsoft.com/office/drawing/2014/main" id="{94B2B1CA-3904-32AA-AC98-BF5F9959735F}"/>
              </a:ext>
            </a:extLst>
          </p:cNvPr>
          <p:cNvSpPr/>
          <p:nvPr userDrawn="1"/>
        </p:nvSpPr>
        <p:spPr bwMode="gray">
          <a:xfrm>
            <a:off x="3374034" y="1164234"/>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17" name="Рисунок 13">
            <a:extLst>
              <a:ext uri="{FF2B5EF4-FFF2-40B4-BE49-F238E27FC236}">
                <a16:creationId xmlns:a16="http://schemas.microsoft.com/office/drawing/2014/main" id="{D3C8E883-FE80-437B-30AE-1E292806D36D}"/>
              </a:ext>
            </a:extLst>
          </p:cNvPr>
          <p:cNvSpPr>
            <a:spLocks noGrp="1"/>
          </p:cNvSpPr>
          <p:nvPr>
            <p:ph type="pic" sz="quarter" idx="23"/>
          </p:nvPr>
        </p:nvSpPr>
        <p:spPr>
          <a:xfrm>
            <a:off x="3433587" y="1179926"/>
            <a:ext cx="2261789" cy="2269581"/>
          </a:xfrm>
          <a:prstGeom prst="ellipse">
            <a:avLst/>
          </a:prstGeom>
          <a:noFill/>
          <a:ln w="3175" cap="flat" cmpd="sng">
            <a:noFill/>
            <a:prstDash val="solid"/>
            <a:round/>
            <a:headEnd type="none" w="sm" len="sm"/>
            <a:tailEnd type="none" w="sm" len="sm"/>
          </a:ln>
        </p:spPr>
        <p:txBody>
          <a:bodyPr anchor="ctr"/>
          <a:lstStyle>
            <a:lvl1pPr marL="0" indent="0" algn="ctr">
              <a:buNone/>
              <a:defRPr sz="1003" baseline="0"/>
            </a:lvl1pPr>
          </a:lstStyle>
          <a:p>
            <a:endParaRPr lang="en-US"/>
          </a:p>
        </p:txBody>
      </p:sp>
      <p:sp>
        <p:nvSpPr>
          <p:cNvPr id="18" name="Oval 17">
            <a:extLst>
              <a:ext uri="{FF2B5EF4-FFF2-40B4-BE49-F238E27FC236}">
                <a16:creationId xmlns:a16="http://schemas.microsoft.com/office/drawing/2014/main" id="{C920E3F6-EC0F-C463-1E1C-23437A53788F}"/>
              </a:ext>
            </a:extLst>
          </p:cNvPr>
          <p:cNvSpPr/>
          <p:nvPr userDrawn="1"/>
        </p:nvSpPr>
        <p:spPr bwMode="gray">
          <a:xfrm>
            <a:off x="3463581" y="1222783"/>
            <a:ext cx="2264767" cy="2264767"/>
          </a:xfrm>
          <a:prstGeom prst="ellipse">
            <a:avLst/>
          </a:prstGeom>
          <a:noFill/>
          <a:ln w="3175" algn="ctr">
            <a:solidFill>
              <a:schemeClr val="accent3"/>
            </a:solid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20" name="Picture Placeholder 19">
            <a:extLst>
              <a:ext uri="{FF2B5EF4-FFF2-40B4-BE49-F238E27FC236}">
                <a16:creationId xmlns:a16="http://schemas.microsoft.com/office/drawing/2014/main" id="{E57D5F43-8E4A-B596-07DE-6C6C1A7E474F}"/>
              </a:ext>
            </a:extLst>
          </p:cNvPr>
          <p:cNvSpPr>
            <a:spLocks noGrp="1"/>
          </p:cNvSpPr>
          <p:nvPr>
            <p:ph type="pic" sz="quarter" idx="24"/>
          </p:nvPr>
        </p:nvSpPr>
        <p:spPr>
          <a:xfrm>
            <a:off x="6705600" y="3005059"/>
            <a:ext cx="1320800" cy="1320800"/>
          </a:xfrm>
          <a:ln w="6350">
            <a:solidFill>
              <a:schemeClr val="accent1"/>
            </a:solidFill>
          </a:ln>
        </p:spPr>
        <p:txBody>
          <a:bodyPr anchor="ctr"/>
          <a:lstStyle>
            <a:lvl1pPr algn="ctr">
              <a:defRPr/>
            </a:lvl1pPr>
          </a:lstStyle>
          <a:p>
            <a:endParaRPr lang="en-US"/>
          </a:p>
        </p:txBody>
      </p:sp>
      <p:sp>
        <p:nvSpPr>
          <p:cNvPr id="21" name="Picture Placeholder 19">
            <a:extLst>
              <a:ext uri="{FF2B5EF4-FFF2-40B4-BE49-F238E27FC236}">
                <a16:creationId xmlns:a16="http://schemas.microsoft.com/office/drawing/2014/main" id="{4B105A54-FFEA-D6B8-D34D-D35B7274E6FE}"/>
              </a:ext>
            </a:extLst>
          </p:cNvPr>
          <p:cNvSpPr>
            <a:spLocks noGrp="1"/>
          </p:cNvSpPr>
          <p:nvPr>
            <p:ph type="pic" sz="quarter" idx="25"/>
          </p:nvPr>
        </p:nvSpPr>
        <p:spPr>
          <a:xfrm>
            <a:off x="8077200" y="3005059"/>
            <a:ext cx="1320800" cy="1320800"/>
          </a:xfrm>
          <a:ln w="6350">
            <a:solidFill>
              <a:schemeClr val="accent1"/>
            </a:solidFill>
          </a:ln>
        </p:spPr>
        <p:txBody>
          <a:bodyPr anchor="ctr"/>
          <a:lstStyle>
            <a:lvl1pPr algn="ctr">
              <a:defRPr/>
            </a:lvl1pPr>
          </a:lstStyle>
          <a:p>
            <a:endParaRPr lang="en-US"/>
          </a:p>
        </p:txBody>
      </p:sp>
      <p:sp>
        <p:nvSpPr>
          <p:cNvPr id="22" name="Picture Placeholder 19">
            <a:extLst>
              <a:ext uri="{FF2B5EF4-FFF2-40B4-BE49-F238E27FC236}">
                <a16:creationId xmlns:a16="http://schemas.microsoft.com/office/drawing/2014/main" id="{1ABA01DA-C00A-E86D-1DEF-1113B44222D2}"/>
              </a:ext>
            </a:extLst>
          </p:cNvPr>
          <p:cNvSpPr>
            <a:spLocks noGrp="1"/>
          </p:cNvSpPr>
          <p:nvPr>
            <p:ph type="pic" sz="quarter" idx="26"/>
          </p:nvPr>
        </p:nvSpPr>
        <p:spPr>
          <a:xfrm>
            <a:off x="9448800" y="3005059"/>
            <a:ext cx="1320800" cy="1320800"/>
          </a:xfrm>
          <a:ln w="6350">
            <a:solidFill>
              <a:schemeClr val="accent1"/>
            </a:solidFill>
          </a:ln>
        </p:spPr>
        <p:txBody>
          <a:bodyPr anchor="ctr"/>
          <a:lstStyle>
            <a:lvl1pPr algn="ctr">
              <a:defRPr/>
            </a:lvl1pPr>
          </a:lstStyle>
          <a:p>
            <a:endParaRPr lang="en-US"/>
          </a:p>
        </p:txBody>
      </p:sp>
      <p:sp>
        <p:nvSpPr>
          <p:cNvPr id="23" name="Picture Placeholder 19">
            <a:extLst>
              <a:ext uri="{FF2B5EF4-FFF2-40B4-BE49-F238E27FC236}">
                <a16:creationId xmlns:a16="http://schemas.microsoft.com/office/drawing/2014/main" id="{55F91FE8-0035-F050-BE08-53CE6B25F059}"/>
              </a:ext>
            </a:extLst>
          </p:cNvPr>
          <p:cNvSpPr>
            <a:spLocks noGrp="1"/>
          </p:cNvSpPr>
          <p:nvPr>
            <p:ph type="pic" sz="quarter" idx="27"/>
          </p:nvPr>
        </p:nvSpPr>
        <p:spPr>
          <a:xfrm>
            <a:off x="5355064" y="4701903"/>
            <a:ext cx="1320800" cy="1320800"/>
          </a:xfrm>
          <a:ln w="6350">
            <a:solidFill>
              <a:schemeClr val="accent1"/>
            </a:solidFill>
          </a:ln>
        </p:spPr>
        <p:txBody>
          <a:bodyPr anchor="ctr"/>
          <a:lstStyle>
            <a:lvl1pPr algn="ctr">
              <a:defRPr/>
            </a:lvl1pPr>
          </a:lstStyle>
          <a:p>
            <a:endParaRPr lang="en-US"/>
          </a:p>
        </p:txBody>
      </p:sp>
      <p:sp>
        <p:nvSpPr>
          <p:cNvPr id="24" name="Picture Placeholder 19">
            <a:extLst>
              <a:ext uri="{FF2B5EF4-FFF2-40B4-BE49-F238E27FC236}">
                <a16:creationId xmlns:a16="http://schemas.microsoft.com/office/drawing/2014/main" id="{9A04BEF3-74FB-9FF4-622C-DF1A3F67ECEB}"/>
              </a:ext>
            </a:extLst>
          </p:cNvPr>
          <p:cNvSpPr>
            <a:spLocks noGrp="1"/>
          </p:cNvSpPr>
          <p:nvPr>
            <p:ph type="pic" sz="quarter" idx="28"/>
          </p:nvPr>
        </p:nvSpPr>
        <p:spPr>
          <a:xfrm>
            <a:off x="6726664" y="4701903"/>
            <a:ext cx="1320800" cy="1320800"/>
          </a:xfrm>
          <a:ln w="6350">
            <a:solidFill>
              <a:schemeClr val="accent1"/>
            </a:solidFill>
          </a:ln>
        </p:spPr>
        <p:txBody>
          <a:bodyPr anchor="ctr"/>
          <a:lstStyle>
            <a:lvl1pPr algn="ctr">
              <a:defRPr/>
            </a:lvl1pPr>
          </a:lstStyle>
          <a:p>
            <a:endParaRPr lang="en-US"/>
          </a:p>
        </p:txBody>
      </p:sp>
      <p:sp>
        <p:nvSpPr>
          <p:cNvPr id="25" name="Picture Placeholder 19">
            <a:extLst>
              <a:ext uri="{FF2B5EF4-FFF2-40B4-BE49-F238E27FC236}">
                <a16:creationId xmlns:a16="http://schemas.microsoft.com/office/drawing/2014/main" id="{CE8A7503-ED2A-EA4D-9FC1-49FA17BE9D33}"/>
              </a:ext>
            </a:extLst>
          </p:cNvPr>
          <p:cNvSpPr>
            <a:spLocks noGrp="1"/>
          </p:cNvSpPr>
          <p:nvPr>
            <p:ph type="pic" sz="quarter" idx="29"/>
          </p:nvPr>
        </p:nvSpPr>
        <p:spPr>
          <a:xfrm>
            <a:off x="8098264" y="4701903"/>
            <a:ext cx="1320800" cy="1320800"/>
          </a:xfrm>
          <a:ln w="6350">
            <a:solidFill>
              <a:schemeClr val="accent1"/>
            </a:solidFill>
          </a:ln>
        </p:spPr>
        <p:txBody>
          <a:bodyPr anchor="ctr"/>
          <a:lstStyle>
            <a:lvl1pPr algn="ctr">
              <a:defRPr/>
            </a:lvl1pPr>
          </a:lstStyle>
          <a:p>
            <a:endParaRPr lang="en-US"/>
          </a:p>
        </p:txBody>
      </p:sp>
      <p:sp>
        <p:nvSpPr>
          <p:cNvPr id="26" name="Picture Placeholder 19">
            <a:extLst>
              <a:ext uri="{FF2B5EF4-FFF2-40B4-BE49-F238E27FC236}">
                <a16:creationId xmlns:a16="http://schemas.microsoft.com/office/drawing/2014/main" id="{B8F5B049-2384-2B97-B6B2-0BEECE79ED68}"/>
              </a:ext>
            </a:extLst>
          </p:cNvPr>
          <p:cNvSpPr>
            <a:spLocks noGrp="1"/>
          </p:cNvSpPr>
          <p:nvPr>
            <p:ph type="pic" sz="quarter" idx="30"/>
          </p:nvPr>
        </p:nvSpPr>
        <p:spPr>
          <a:xfrm>
            <a:off x="9448800" y="4701903"/>
            <a:ext cx="1320800" cy="1320800"/>
          </a:xfrm>
          <a:ln w="6350">
            <a:solidFill>
              <a:schemeClr val="accent1"/>
            </a:solidFill>
          </a:ln>
        </p:spPr>
        <p:txBody>
          <a:bodyPr anchor="ctr"/>
          <a:lstStyle>
            <a:lvl1pPr algn="ctr">
              <a:defRPr/>
            </a:lvl1pPr>
          </a:lstStyle>
          <a:p>
            <a:endParaRPr lang="en-US"/>
          </a:p>
        </p:txBody>
      </p:sp>
      <p:sp>
        <p:nvSpPr>
          <p:cNvPr id="27" name="Picture Placeholder 19">
            <a:extLst>
              <a:ext uri="{FF2B5EF4-FFF2-40B4-BE49-F238E27FC236}">
                <a16:creationId xmlns:a16="http://schemas.microsoft.com/office/drawing/2014/main" id="{DCC7449A-BFA2-4B9D-B9EB-E2E268D4F034}"/>
              </a:ext>
            </a:extLst>
          </p:cNvPr>
          <p:cNvSpPr>
            <a:spLocks noGrp="1"/>
          </p:cNvSpPr>
          <p:nvPr>
            <p:ph type="pic" sz="quarter" idx="31"/>
          </p:nvPr>
        </p:nvSpPr>
        <p:spPr>
          <a:xfrm>
            <a:off x="508000" y="4701903"/>
            <a:ext cx="4622800" cy="1320800"/>
          </a:xfrm>
          <a:ln w="6350">
            <a:solidFill>
              <a:schemeClr val="accent1"/>
            </a:solidFill>
          </a:ln>
        </p:spPr>
        <p:txBody>
          <a:bodyPr anchor="ctr"/>
          <a:lstStyle>
            <a:lvl1pPr algn="ctr">
              <a:defRPr/>
            </a:lvl1pPr>
          </a:lstStyle>
          <a:p>
            <a:endParaRPr lang="en-US"/>
          </a:p>
        </p:txBody>
      </p:sp>
      <p:sp>
        <p:nvSpPr>
          <p:cNvPr id="6" name="Picture Placeholder 5">
            <a:extLst>
              <a:ext uri="{FF2B5EF4-FFF2-40B4-BE49-F238E27FC236}">
                <a16:creationId xmlns:a16="http://schemas.microsoft.com/office/drawing/2014/main" id="{C6BA5F2C-3E8E-D072-8CE6-3C32F37283DE}"/>
              </a:ext>
            </a:extLst>
          </p:cNvPr>
          <p:cNvSpPr>
            <a:spLocks noGrp="1"/>
          </p:cNvSpPr>
          <p:nvPr>
            <p:ph type="pic" sz="quarter" idx="32"/>
          </p:nvPr>
        </p:nvSpPr>
        <p:spPr>
          <a:xfrm>
            <a:off x="6675967" y="1312333"/>
            <a:ext cx="1348317" cy="1346200"/>
          </a:xfrm>
          <a:prstGeom prst="ellipse">
            <a:avLst/>
          </a:prstGeom>
        </p:spPr>
        <p:txBody>
          <a:bodyPr anchor="ctr"/>
          <a:lstStyle>
            <a:lvl1pPr algn="ctr">
              <a:defRPr/>
            </a:lvl1pPr>
          </a:lstStyle>
          <a:p>
            <a:endParaRPr lang="en-US"/>
          </a:p>
        </p:txBody>
      </p:sp>
      <p:sp>
        <p:nvSpPr>
          <p:cNvPr id="7" name="Picture Placeholder 5">
            <a:extLst>
              <a:ext uri="{FF2B5EF4-FFF2-40B4-BE49-F238E27FC236}">
                <a16:creationId xmlns:a16="http://schemas.microsoft.com/office/drawing/2014/main" id="{BFF5BD25-A12F-56AC-6682-A0AC59EB8D9D}"/>
              </a:ext>
            </a:extLst>
          </p:cNvPr>
          <p:cNvSpPr>
            <a:spLocks noGrp="1"/>
          </p:cNvSpPr>
          <p:nvPr>
            <p:ph type="pic" sz="quarter" idx="33"/>
          </p:nvPr>
        </p:nvSpPr>
        <p:spPr>
          <a:xfrm>
            <a:off x="8423487" y="1283305"/>
            <a:ext cx="1348317" cy="1346200"/>
          </a:xfrm>
          <a:prstGeom prst="ellipse">
            <a:avLst/>
          </a:prstGeom>
        </p:spPr>
        <p:txBody>
          <a:bodyPr anchor="ctr"/>
          <a:lstStyle>
            <a:lvl1pPr algn="ctr">
              <a:defRPr/>
            </a:lvl1pPr>
          </a:lstStyle>
          <a:p>
            <a:endParaRPr lang="en-US"/>
          </a:p>
        </p:txBody>
      </p:sp>
    </p:spTree>
    <p:extLst>
      <p:ext uri="{BB962C8B-B14F-4D97-AF65-F5344CB8AC3E}">
        <p14:creationId xmlns:p14="http://schemas.microsoft.com/office/powerpoint/2010/main" val="332562143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 icon green">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FE41907-077F-FA73-B572-4DD0BBC8ACFB}"/>
              </a:ext>
            </a:extLst>
          </p:cNvPr>
          <p:cNvSpPr/>
          <p:nvPr userDrawn="1"/>
        </p:nvSpPr>
        <p:spPr bwMode="gray">
          <a:xfrm>
            <a:off x="609601" y="5556561"/>
            <a:ext cx="3352799" cy="353083"/>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3" name="Rectangle 42">
            <a:extLst>
              <a:ext uri="{FF2B5EF4-FFF2-40B4-BE49-F238E27FC236}">
                <a16:creationId xmlns:a16="http://schemas.microsoft.com/office/drawing/2014/main" id="{1A3DC2C7-E8F6-8E3B-F6BD-2815C10BB627}"/>
              </a:ext>
            </a:extLst>
          </p:cNvPr>
          <p:cNvSpPr/>
          <p:nvPr userDrawn="1"/>
        </p:nvSpPr>
        <p:spPr bwMode="gray">
          <a:xfrm>
            <a:off x="4267201" y="5556561"/>
            <a:ext cx="3352799" cy="353083"/>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4" name="Rectangle 43">
            <a:extLst>
              <a:ext uri="{FF2B5EF4-FFF2-40B4-BE49-F238E27FC236}">
                <a16:creationId xmlns:a16="http://schemas.microsoft.com/office/drawing/2014/main" id="{39830B4D-D9B0-46C4-DDE6-387FCA2E3DB3}"/>
              </a:ext>
            </a:extLst>
          </p:cNvPr>
          <p:cNvSpPr/>
          <p:nvPr userDrawn="1"/>
        </p:nvSpPr>
        <p:spPr bwMode="gray">
          <a:xfrm>
            <a:off x="7924799" y="5556561"/>
            <a:ext cx="3352799" cy="353083"/>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69" name="Text Placeholder 8">
            <a:extLst>
              <a:ext uri="{FF2B5EF4-FFF2-40B4-BE49-F238E27FC236}">
                <a16:creationId xmlns:a16="http://schemas.microsoft.com/office/drawing/2014/main" id="{572E7DB1-D451-D4B2-D263-EA3D8C5CC65F}"/>
              </a:ext>
            </a:extLst>
          </p:cNvPr>
          <p:cNvSpPr>
            <a:spLocks noGrp="1"/>
          </p:cNvSpPr>
          <p:nvPr>
            <p:ph type="body" sz="quarter" idx="45" hasCustomPrompt="1"/>
          </p:nvPr>
        </p:nvSpPr>
        <p:spPr>
          <a:xfrm>
            <a:off x="591493" y="5538694"/>
            <a:ext cx="3352800" cy="381001"/>
          </a:xfrm>
        </p:spPr>
        <p:txBody>
          <a:bodyPr lIns="91440" anchor="ctr"/>
          <a:lstStyle>
            <a:lvl1pPr marL="0" indent="0" algn="l">
              <a:buFontTx/>
              <a:buNone/>
              <a:defRPr sz="1600" b="1" i="0">
                <a:solidFill>
                  <a:schemeClr val="bg2"/>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bg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Second level</a:t>
            </a:r>
          </a:p>
        </p:txBody>
      </p:sp>
      <p:sp>
        <p:nvSpPr>
          <p:cNvPr id="70" name="Text Placeholder 8">
            <a:extLst>
              <a:ext uri="{FF2B5EF4-FFF2-40B4-BE49-F238E27FC236}">
                <a16:creationId xmlns:a16="http://schemas.microsoft.com/office/drawing/2014/main" id="{E6E03E96-7722-45BF-5262-8ECA14D932AD}"/>
              </a:ext>
            </a:extLst>
          </p:cNvPr>
          <p:cNvSpPr>
            <a:spLocks noGrp="1"/>
          </p:cNvSpPr>
          <p:nvPr>
            <p:ph type="body" sz="quarter" idx="46" hasCustomPrompt="1"/>
          </p:nvPr>
        </p:nvSpPr>
        <p:spPr>
          <a:xfrm>
            <a:off x="4220832" y="5550646"/>
            <a:ext cx="3381061" cy="381001"/>
          </a:xfrm>
        </p:spPr>
        <p:txBody>
          <a:bodyPr lIns="91440" anchor="ctr"/>
          <a:lstStyle>
            <a:lvl1pPr marL="0" indent="0" algn="l">
              <a:buFontTx/>
              <a:buNone/>
              <a:defRPr sz="1600" b="1" i="0">
                <a:solidFill>
                  <a:schemeClr val="bg2"/>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bg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Second level</a:t>
            </a:r>
          </a:p>
        </p:txBody>
      </p:sp>
      <p:sp>
        <p:nvSpPr>
          <p:cNvPr id="71" name="Text Placeholder 8">
            <a:extLst>
              <a:ext uri="{FF2B5EF4-FFF2-40B4-BE49-F238E27FC236}">
                <a16:creationId xmlns:a16="http://schemas.microsoft.com/office/drawing/2014/main" id="{99235DEF-FD31-DB63-4C4B-5B3776F51188}"/>
              </a:ext>
            </a:extLst>
          </p:cNvPr>
          <p:cNvSpPr>
            <a:spLocks noGrp="1"/>
          </p:cNvSpPr>
          <p:nvPr>
            <p:ph type="body" sz="quarter" idx="47" hasCustomPrompt="1"/>
          </p:nvPr>
        </p:nvSpPr>
        <p:spPr>
          <a:xfrm>
            <a:off x="7906693" y="5562600"/>
            <a:ext cx="3352800" cy="381001"/>
          </a:xfrm>
        </p:spPr>
        <p:txBody>
          <a:bodyPr lIns="91440" anchor="ctr"/>
          <a:lstStyle>
            <a:lvl1pPr marL="0" indent="0" algn="l">
              <a:buFontTx/>
              <a:buNone/>
              <a:defRPr sz="1600" b="1" i="0">
                <a:solidFill>
                  <a:schemeClr val="bg2"/>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bg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Second level</a:t>
            </a:r>
          </a:p>
        </p:txBody>
      </p:sp>
      <p:sp>
        <p:nvSpPr>
          <p:cNvPr id="30" name="Rectangle 29">
            <a:extLst>
              <a:ext uri="{FF2B5EF4-FFF2-40B4-BE49-F238E27FC236}">
                <a16:creationId xmlns:a16="http://schemas.microsoft.com/office/drawing/2014/main" id="{D71A3C7B-4A63-8DEF-5115-BAD0711E0F0A}"/>
              </a:ext>
            </a:extLst>
          </p:cNvPr>
          <p:cNvSpPr/>
          <p:nvPr userDrawn="1"/>
        </p:nvSpPr>
        <p:spPr bwMode="gray">
          <a:xfrm>
            <a:off x="609602" y="3222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1" name="Rectangle 30">
            <a:extLst>
              <a:ext uri="{FF2B5EF4-FFF2-40B4-BE49-F238E27FC236}">
                <a16:creationId xmlns:a16="http://schemas.microsoft.com/office/drawing/2014/main" id="{0B045849-EFCF-CEC6-A376-D24988235DA3}"/>
              </a:ext>
            </a:extLst>
          </p:cNvPr>
          <p:cNvSpPr/>
          <p:nvPr userDrawn="1"/>
        </p:nvSpPr>
        <p:spPr bwMode="gray">
          <a:xfrm>
            <a:off x="4267202" y="3222279"/>
            <a:ext cx="3352799" cy="353083"/>
          </a:xfrm>
          <a:prstGeom prst="rect">
            <a:avLst/>
          </a:prstGeom>
          <a:solidFill>
            <a:schemeClr val="bg2">
              <a:lumMod val="95000"/>
            </a:schemeClr>
          </a:solidFill>
          <a:ln w="19050" algn="ctr">
            <a:noFill/>
            <a:miter lim="800000"/>
            <a:headEnd/>
            <a:tailEnd/>
          </a:ln>
        </p:spPr>
        <p:txBody>
          <a:bodyPr wrap="square" lIns="121920"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2" name="Rectangle 31">
            <a:extLst>
              <a:ext uri="{FF2B5EF4-FFF2-40B4-BE49-F238E27FC236}">
                <a16:creationId xmlns:a16="http://schemas.microsoft.com/office/drawing/2014/main" id="{8330DA36-C429-30BE-02E4-AB88A700BA81}"/>
              </a:ext>
            </a:extLst>
          </p:cNvPr>
          <p:cNvSpPr/>
          <p:nvPr userDrawn="1"/>
        </p:nvSpPr>
        <p:spPr bwMode="gray">
          <a:xfrm>
            <a:off x="7924801" y="3222279"/>
            <a:ext cx="3352799" cy="353083"/>
          </a:xfrm>
          <a:prstGeom prst="rect">
            <a:avLst/>
          </a:prstGeom>
          <a:solidFill>
            <a:schemeClr val="bg2">
              <a:lumMod val="95000"/>
            </a:schemeClr>
          </a:solidFill>
          <a:ln w="19050" algn="ctr">
            <a:noFill/>
            <a:miter lim="800000"/>
            <a:headEnd/>
            <a:tailEnd/>
          </a:ln>
        </p:spPr>
        <p:txBody>
          <a:bodyPr wrap="square" lIns="121920"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3" name="Rectangle 32">
            <a:extLst>
              <a:ext uri="{FF2B5EF4-FFF2-40B4-BE49-F238E27FC236}">
                <a16:creationId xmlns:a16="http://schemas.microsoft.com/office/drawing/2014/main" id="{2C05DA37-2740-E3FF-BF6F-E5C4AB9706EA}"/>
              </a:ext>
            </a:extLst>
          </p:cNvPr>
          <p:cNvSpPr/>
          <p:nvPr userDrawn="1"/>
        </p:nvSpPr>
        <p:spPr bwMode="gray">
          <a:xfrm>
            <a:off x="609601" y="3803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4" name="Rectangle 33">
            <a:extLst>
              <a:ext uri="{FF2B5EF4-FFF2-40B4-BE49-F238E27FC236}">
                <a16:creationId xmlns:a16="http://schemas.microsoft.com/office/drawing/2014/main" id="{0EF3CAB8-14B0-30F7-35B0-65536FEC1FD7}"/>
              </a:ext>
            </a:extLst>
          </p:cNvPr>
          <p:cNvSpPr/>
          <p:nvPr userDrawn="1"/>
        </p:nvSpPr>
        <p:spPr bwMode="gray">
          <a:xfrm>
            <a:off x="4267201" y="3803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5" name="Rectangle 34">
            <a:extLst>
              <a:ext uri="{FF2B5EF4-FFF2-40B4-BE49-F238E27FC236}">
                <a16:creationId xmlns:a16="http://schemas.microsoft.com/office/drawing/2014/main" id="{ADFD234F-18E5-39E1-9294-1656E044034C}"/>
              </a:ext>
            </a:extLst>
          </p:cNvPr>
          <p:cNvSpPr/>
          <p:nvPr userDrawn="1"/>
        </p:nvSpPr>
        <p:spPr bwMode="gray">
          <a:xfrm>
            <a:off x="7924799" y="3803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6" name="Rectangle 35">
            <a:extLst>
              <a:ext uri="{FF2B5EF4-FFF2-40B4-BE49-F238E27FC236}">
                <a16:creationId xmlns:a16="http://schemas.microsoft.com/office/drawing/2014/main" id="{A030494F-72A2-1DEA-0589-B4E5C8901121}"/>
              </a:ext>
            </a:extLst>
          </p:cNvPr>
          <p:cNvSpPr/>
          <p:nvPr userDrawn="1"/>
        </p:nvSpPr>
        <p:spPr bwMode="gray">
          <a:xfrm>
            <a:off x="609601" y="4365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7" name="Rectangle 36">
            <a:extLst>
              <a:ext uri="{FF2B5EF4-FFF2-40B4-BE49-F238E27FC236}">
                <a16:creationId xmlns:a16="http://schemas.microsoft.com/office/drawing/2014/main" id="{F7248A74-EAF3-74C4-9432-3D9818322348}"/>
              </a:ext>
            </a:extLst>
          </p:cNvPr>
          <p:cNvSpPr/>
          <p:nvPr userDrawn="1"/>
        </p:nvSpPr>
        <p:spPr bwMode="gray">
          <a:xfrm>
            <a:off x="4267201" y="4365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8" name="Rectangle 37">
            <a:extLst>
              <a:ext uri="{FF2B5EF4-FFF2-40B4-BE49-F238E27FC236}">
                <a16:creationId xmlns:a16="http://schemas.microsoft.com/office/drawing/2014/main" id="{6A81519D-A1D5-AFCA-1EB1-7674F19CD58E}"/>
              </a:ext>
            </a:extLst>
          </p:cNvPr>
          <p:cNvSpPr/>
          <p:nvPr userDrawn="1"/>
        </p:nvSpPr>
        <p:spPr bwMode="gray">
          <a:xfrm>
            <a:off x="7924799" y="4365279"/>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39" name="Rectangle 38">
            <a:extLst>
              <a:ext uri="{FF2B5EF4-FFF2-40B4-BE49-F238E27FC236}">
                <a16:creationId xmlns:a16="http://schemas.microsoft.com/office/drawing/2014/main" id="{BA35EE82-8145-0C6C-7D45-0CE052507816}"/>
              </a:ext>
            </a:extLst>
          </p:cNvPr>
          <p:cNvSpPr/>
          <p:nvPr userDrawn="1"/>
        </p:nvSpPr>
        <p:spPr bwMode="gray">
          <a:xfrm>
            <a:off x="609601" y="4946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0" name="Rectangle 39">
            <a:extLst>
              <a:ext uri="{FF2B5EF4-FFF2-40B4-BE49-F238E27FC236}">
                <a16:creationId xmlns:a16="http://schemas.microsoft.com/office/drawing/2014/main" id="{63231879-6754-AB0D-9F05-F9EA7196B4A1}"/>
              </a:ext>
            </a:extLst>
          </p:cNvPr>
          <p:cNvSpPr/>
          <p:nvPr userDrawn="1"/>
        </p:nvSpPr>
        <p:spPr bwMode="gray">
          <a:xfrm>
            <a:off x="4267201" y="4946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1" name="Rectangle 40">
            <a:extLst>
              <a:ext uri="{FF2B5EF4-FFF2-40B4-BE49-F238E27FC236}">
                <a16:creationId xmlns:a16="http://schemas.microsoft.com/office/drawing/2014/main" id="{1A7BE389-4334-565C-864D-353D2D5061D7}"/>
              </a:ext>
            </a:extLst>
          </p:cNvPr>
          <p:cNvSpPr/>
          <p:nvPr userDrawn="1"/>
        </p:nvSpPr>
        <p:spPr bwMode="gray">
          <a:xfrm>
            <a:off x="7924799" y="4946961"/>
            <a:ext cx="3352799" cy="353083"/>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5" name="Rectangle 44">
            <a:extLst>
              <a:ext uri="{FF2B5EF4-FFF2-40B4-BE49-F238E27FC236}">
                <a16:creationId xmlns:a16="http://schemas.microsoft.com/office/drawing/2014/main" id="{F4819256-78BE-1AD2-363B-8B562841340D}"/>
              </a:ext>
            </a:extLst>
          </p:cNvPr>
          <p:cNvSpPr/>
          <p:nvPr userDrawn="1"/>
        </p:nvSpPr>
        <p:spPr bwMode="gray">
          <a:xfrm>
            <a:off x="609602" y="1676401"/>
            <a:ext cx="3352799" cy="533400"/>
          </a:xfrm>
          <a:prstGeom prst="rect">
            <a:avLst/>
          </a:prstGeom>
          <a:solidFill>
            <a:schemeClr val="bg2">
              <a:lumMod val="95000"/>
            </a:schemeClr>
          </a:solidFill>
          <a:ln w="19050" algn="ctr">
            <a:noFill/>
            <a:miter lim="800000"/>
            <a:headEnd/>
            <a:tailEnd/>
          </a:ln>
        </p:spPr>
        <p:txBody>
          <a:bodyPr wrap="square" lIns="121920"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6" name="Rectangle 45">
            <a:extLst>
              <a:ext uri="{FF2B5EF4-FFF2-40B4-BE49-F238E27FC236}">
                <a16:creationId xmlns:a16="http://schemas.microsoft.com/office/drawing/2014/main" id="{103CB57C-B907-5825-63D8-7CEF78B9BF77}"/>
              </a:ext>
            </a:extLst>
          </p:cNvPr>
          <p:cNvSpPr/>
          <p:nvPr userDrawn="1"/>
        </p:nvSpPr>
        <p:spPr bwMode="gray">
          <a:xfrm>
            <a:off x="4267202" y="1676401"/>
            <a:ext cx="3352799" cy="5334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7" name="Rectangle 46">
            <a:extLst>
              <a:ext uri="{FF2B5EF4-FFF2-40B4-BE49-F238E27FC236}">
                <a16:creationId xmlns:a16="http://schemas.microsoft.com/office/drawing/2014/main" id="{272060CC-836C-8BB7-338D-E16A53D15018}"/>
              </a:ext>
            </a:extLst>
          </p:cNvPr>
          <p:cNvSpPr/>
          <p:nvPr userDrawn="1"/>
        </p:nvSpPr>
        <p:spPr bwMode="gray">
          <a:xfrm>
            <a:off x="7924801" y="1676401"/>
            <a:ext cx="3352799" cy="5334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8" name="Rectangle 47">
            <a:extLst>
              <a:ext uri="{FF2B5EF4-FFF2-40B4-BE49-F238E27FC236}">
                <a16:creationId xmlns:a16="http://schemas.microsoft.com/office/drawing/2014/main" id="{2D9412E9-6D32-6A00-3136-CDA622F80727}"/>
              </a:ext>
            </a:extLst>
          </p:cNvPr>
          <p:cNvSpPr/>
          <p:nvPr userDrawn="1"/>
        </p:nvSpPr>
        <p:spPr bwMode="gray">
          <a:xfrm>
            <a:off x="609603" y="2362201"/>
            <a:ext cx="3352799" cy="6858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9" name="Rectangle 48">
            <a:extLst>
              <a:ext uri="{FF2B5EF4-FFF2-40B4-BE49-F238E27FC236}">
                <a16:creationId xmlns:a16="http://schemas.microsoft.com/office/drawing/2014/main" id="{0D6E2B6E-119A-CE1A-D22A-7EB261D9A34A}"/>
              </a:ext>
            </a:extLst>
          </p:cNvPr>
          <p:cNvSpPr/>
          <p:nvPr userDrawn="1"/>
        </p:nvSpPr>
        <p:spPr bwMode="gray">
          <a:xfrm>
            <a:off x="4267203" y="2362201"/>
            <a:ext cx="3352799" cy="6858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50" name="Rectangle 49">
            <a:extLst>
              <a:ext uri="{FF2B5EF4-FFF2-40B4-BE49-F238E27FC236}">
                <a16:creationId xmlns:a16="http://schemas.microsoft.com/office/drawing/2014/main" id="{849B0A58-BC46-9559-4486-CA49E82D7288}"/>
              </a:ext>
            </a:extLst>
          </p:cNvPr>
          <p:cNvSpPr/>
          <p:nvPr userDrawn="1"/>
        </p:nvSpPr>
        <p:spPr bwMode="gray">
          <a:xfrm>
            <a:off x="7924802" y="2362201"/>
            <a:ext cx="3352799" cy="685800"/>
          </a:xfrm>
          <a:prstGeom prst="rect">
            <a:avLst/>
          </a:prstGeom>
          <a:solidFill>
            <a:schemeClr val="bg2">
              <a:lumMod val="95000"/>
            </a:schemeClr>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4" name="Text Placeholder 8"/>
          <p:cNvSpPr>
            <a:spLocks noGrp="1"/>
          </p:cNvSpPr>
          <p:nvPr>
            <p:ph type="body" sz="quarter" idx="17"/>
          </p:nvPr>
        </p:nvSpPr>
        <p:spPr>
          <a:xfrm>
            <a:off x="609601" y="1183226"/>
            <a:ext cx="3352800" cy="328823"/>
          </a:xfrm>
        </p:spPr>
        <p:txBody>
          <a:bodyPr anchor="ctr"/>
          <a:lstStyle>
            <a:lvl1pPr marL="0" indent="0" algn="ct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3" name="Title 2">
            <a:extLst>
              <a:ext uri="{FF2B5EF4-FFF2-40B4-BE49-F238E27FC236}">
                <a16:creationId xmlns:a16="http://schemas.microsoft.com/office/drawing/2014/main" id="{DED56FAE-CB8A-B1F8-84D4-DC169E8D8D80}"/>
              </a:ext>
            </a:extLst>
          </p:cNvPr>
          <p:cNvSpPr>
            <a:spLocks noGrp="1"/>
          </p:cNvSpPr>
          <p:nvPr>
            <p:ph type="title"/>
          </p:nvPr>
        </p:nvSpPr>
        <p:spPr/>
        <p:txBody>
          <a:bodyPr/>
          <a:lstStyle/>
          <a:p>
            <a:r>
              <a:rPr lang="en-US"/>
              <a:t>Click to edit Master title style</a:t>
            </a:r>
          </a:p>
        </p:txBody>
      </p:sp>
      <p:sp>
        <p:nvSpPr>
          <p:cNvPr id="19" name="Text Placeholder 8">
            <a:extLst>
              <a:ext uri="{FF2B5EF4-FFF2-40B4-BE49-F238E27FC236}">
                <a16:creationId xmlns:a16="http://schemas.microsoft.com/office/drawing/2014/main" id="{6C2E1DF6-A147-DFA8-FC58-621606920CC2}"/>
              </a:ext>
            </a:extLst>
          </p:cNvPr>
          <p:cNvSpPr>
            <a:spLocks noGrp="1"/>
          </p:cNvSpPr>
          <p:nvPr>
            <p:ph type="body" sz="quarter" idx="23"/>
          </p:nvPr>
        </p:nvSpPr>
        <p:spPr>
          <a:xfrm>
            <a:off x="4238940" y="1195178"/>
            <a:ext cx="3381061" cy="328823"/>
          </a:xfrm>
        </p:spPr>
        <p:txBody>
          <a:bodyPr anchor="ctr"/>
          <a:lstStyle>
            <a:lvl1pPr marL="0" indent="0" algn="ct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23" name="Text Placeholder 8">
            <a:extLst>
              <a:ext uri="{FF2B5EF4-FFF2-40B4-BE49-F238E27FC236}">
                <a16:creationId xmlns:a16="http://schemas.microsoft.com/office/drawing/2014/main" id="{B3B544F0-3E2B-5F9F-D5ED-26549FD5E89A}"/>
              </a:ext>
            </a:extLst>
          </p:cNvPr>
          <p:cNvSpPr>
            <a:spLocks noGrp="1"/>
          </p:cNvSpPr>
          <p:nvPr>
            <p:ph type="body" sz="quarter" idx="25"/>
          </p:nvPr>
        </p:nvSpPr>
        <p:spPr>
          <a:xfrm>
            <a:off x="7924801" y="1207131"/>
            <a:ext cx="3352800" cy="328823"/>
          </a:xfrm>
        </p:spPr>
        <p:txBody>
          <a:bodyPr anchor="ctr"/>
          <a:lstStyle>
            <a:lvl1pPr marL="0" indent="0" algn="ct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p:txBody>
      </p:sp>
      <p:sp>
        <p:nvSpPr>
          <p:cNvPr id="2" name="Footer Placeholder 1">
            <a:extLst>
              <a:ext uri="{FF2B5EF4-FFF2-40B4-BE49-F238E27FC236}">
                <a16:creationId xmlns:a16="http://schemas.microsoft.com/office/drawing/2014/main" id="{4735FF93-150E-5201-A612-B8EDDC462EA4}"/>
              </a:ext>
            </a:extLst>
          </p:cNvPr>
          <p:cNvSpPr>
            <a:spLocks noGrp="1"/>
          </p:cNvSpPr>
          <p:nvPr>
            <p:ph type="ftr" sz="quarter" idx="26"/>
          </p:nvPr>
        </p:nvSpPr>
        <p:spPr>
          <a:xfrm>
            <a:off x="4648201" y="6399314"/>
            <a:ext cx="7073900" cy="363599"/>
          </a:xfrm>
          <a:prstGeom prst="rect">
            <a:avLst/>
          </a:prstGeom>
        </p:spPr>
        <p:txBody>
          <a:bodyPr/>
          <a:lstStyle/>
          <a:p>
            <a:pPr algn="r"/>
            <a:r>
              <a:rPr lang="en-US"/>
              <a:t>Unclassified | Non-CUI | Date Submitted: XX June, 2023</a:t>
            </a:r>
          </a:p>
        </p:txBody>
      </p:sp>
      <p:sp>
        <p:nvSpPr>
          <p:cNvPr id="27" name="Text Placeholder 8">
            <a:extLst>
              <a:ext uri="{FF2B5EF4-FFF2-40B4-BE49-F238E27FC236}">
                <a16:creationId xmlns:a16="http://schemas.microsoft.com/office/drawing/2014/main" id="{39B0D8D9-CBE5-68D6-8B96-AC320F1127CE}"/>
              </a:ext>
            </a:extLst>
          </p:cNvPr>
          <p:cNvSpPr>
            <a:spLocks noGrp="1"/>
          </p:cNvSpPr>
          <p:nvPr>
            <p:ph type="body" sz="quarter" idx="27" hasCustomPrompt="1"/>
          </p:nvPr>
        </p:nvSpPr>
        <p:spPr>
          <a:xfrm>
            <a:off x="609601" y="1652496"/>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28" name="Text Placeholder 8">
            <a:extLst>
              <a:ext uri="{FF2B5EF4-FFF2-40B4-BE49-F238E27FC236}">
                <a16:creationId xmlns:a16="http://schemas.microsoft.com/office/drawing/2014/main" id="{C48217F0-C2D4-59FE-EBAE-D9B8EE0DAF29}"/>
              </a:ext>
            </a:extLst>
          </p:cNvPr>
          <p:cNvSpPr>
            <a:spLocks noGrp="1"/>
          </p:cNvSpPr>
          <p:nvPr>
            <p:ph type="body" sz="quarter" idx="28" hasCustomPrompt="1"/>
          </p:nvPr>
        </p:nvSpPr>
        <p:spPr>
          <a:xfrm>
            <a:off x="4238940" y="1664447"/>
            <a:ext cx="3381061"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29" name="Text Placeholder 8">
            <a:extLst>
              <a:ext uri="{FF2B5EF4-FFF2-40B4-BE49-F238E27FC236}">
                <a16:creationId xmlns:a16="http://schemas.microsoft.com/office/drawing/2014/main" id="{1A7CD222-3951-8CA4-E081-12AE383952A4}"/>
              </a:ext>
            </a:extLst>
          </p:cNvPr>
          <p:cNvSpPr>
            <a:spLocks noGrp="1"/>
          </p:cNvSpPr>
          <p:nvPr>
            <p:ph type="body" sz="quarter" idx="29" hasCustomPrompt="1"/>
          </p:nvPr>
        </p:nvSpPr>
        <p:spPr>
          <a:xfrm>
            <a:off x="7924801" y="1676401"/>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1" name="Text Placeholder 8">
            <a:extLst>
              <a:ext uri="{FF2B5EF4-FFF2-40B4-BE49-F238E27FC236}">
                <a16:creationId xmlns:a16="http://schemas.microsoft.com/office/drawing/2014/main" id="{646B9CFD-BDD4-378B-6FDD-10954164749D}"/>
              </a:ext>
            </a:extLst>
          </p:cNvPr>
          <p:cNvSpPr>
            <a:spLocks noGrp="1"/>
          </p:cNvSpPr>
          <p:nvPr>
            <p:ph type="body" sz="quarter" idx="30" hasCustomPrompt="1"/>
          </p:nvPr>
        </p:nvSpPr>
        <p:spPr>
          <a:xfrm>
            <a:off x="609600" y="2438401"/>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2" name="Text Placeholder 8">
            <a:extLst>
              <a:ext uri="{FF2B5EF4-FFF2-40B4-BE49-F238E27FC236}">
                <a16:creationId xmlns:a16="http://schemas.microsoft.com/office/drawing/2014/main" id="{D3AFABE7-EFB8-44C7-EC10-6BAD797B34F5}"/>
              </a:ext>
            </a:extLst>
          </p:cNvPr>
          <p:cNvSpPr>
            <a:spLocks noGrp="1"/>
          </p:cNvSpPr>
          <p:nvPr>
            <p:ph type="body" sz="quarter" idx="31" hasCustomPrompt="1"/>
          </p:nvPr>
        </p:nvSpPr>
        <p:spPr>
          <a:xfrm>
            <a:off x="4238939" y="2450353"/>
            <a:ext cx="3381061"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3" name="Text Placeholder 8">
            <a:extLst>
              <a:ext uri="{FF2B5EF4-FFF2-40B4-BE49-F238E27FC236}">
                <a16:creationId xmlns:a16="http://schemas.microsoft.com/office/drawing/2014/main" id="{80A40AF9-55F5-685F-3109-DCF6205D0566}"/>
              </a:ext>
            </a:extLst>
          </p:cNvPr>
          <p:cNvSpPr>
            <a:spLocks noGrp="1"/>
          </p:cNvSpPr>
          <p:nvPr>
            <p:ph type="body" sz="quarter" idx="32" hasCustomPrompt="1"/>
          </p:nvPr>
        </p:nvSpPr>
        <p:spPr>
          <a:xfrm>
            <a:off x="7924800" y="2462306"/>
            <a:ext cx="3352800" cy="545353"/>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4" name="Text Placeholder 8">
            <a:extLst>
              <a:ext uri="{FF2B5EF4-FFF2-40B4-BE49-F238E27FC236}">
                <a16:creationId xmlns:a16="http://schemas.microsoft.com/office/drawing/2014/main" id="{7AC14796-90CA-E3FB-DF38-B83F667E7CCE}"/>
              </a:ext>
            </a:extLst>
          </p:cNvPr>
          <p:cNvSpPr>
            <a:spLocks noGrp="1"/>
          </p:cNvSpPr>
          <p:nvPr>
            <p:ph type="body" sz="quarter" idx="33" hasCustomPrompt="1"/>
          </p:nvPr>
        </p:nvSpPr>
        <p:spPr>
          <a:xfrm>
            <a:off x="609600" y="3210326"/>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5" name="Text Placeholder 8">
            <a:extLst>
              <a:ext uri="{FF2B5EF4-FFF2-40B4-BE49-F238E27FC236}">
                <a16:creationId xmlns:a16="http://schemas.microsoft.com/office/drawing/2014/main" id="{912DFDAE-69B7-902B-5232-1C4CF11BD510}"/>
              </a:ext>
            </a:extLst>
          </p:cNvPr>
          <p:cNvSpPr>
            <a:spLocks noGrp="1"/>
          </p:cNvSpPr>
          <p:nvPr>
            <p:ph type="body" sz="quarter" idx="34" hasCustomPrompt="1"/>
          </p:nvPr>
        </p:nvSpPr>
        <p:spPr>
          <a:xfrm>
            <a:off x="4238939" y="3222278"/>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6" name="Text Placeholder 8">
            <a:extLst>
              <a:ext uri="{FF2B5EF4-FFF2-40B4-BE49-F238E27FC236}">
                <a16:creationId xmlns:a16="http://schemas.microsoft.com/office/drawing/2014/main" id="{478681F2-D640-7012-9319-AD36C4E57F33}"/>
              </a:ext>
            </a:extLst>
          </p:cNvPr>
          <p:cNvSpPr>
            <a:spLocks noGrp="1"/>
          </p:cNvSpPr>
          <p:nvPr>
            <p:ph type="body" sz="quarter" idx="35" hasCustomPrompt="1"/>
          </p:nvPr>
        </p:nvSpPr>
        <p:spPr>
          <a:xfrm>
            <a:off x="7924800" y="323423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7" name="Text Placeholder 8">
            <a:extLst>
              <a:ext uri="{FF2B5EF4-FFF2-40B4-BE49-F238E27FC236}">
                <a16:creationId xmlns:a16="http://schemas.microsoft.com/office/drawing/2014/main" id="{A05638F5-9DEF-7568-E875-FCD3ECDE0EE8}"/>
              </a:ext>
            </a:extLst>
          </p:cNvPr>
          <p:cNvSpPr>
            <a:spLocks noGrp="1"/>
          </p:cNvSpPr>
          <p:nvPr>
            <p:ph type="body" sz="quarter" idx="36" hasCustomPrompt="1"/>
          </p:nvPr>
        </p:nvSpPr>
        <p:spPr>
          <a:xfrm>
            <a:off x="609600" y="378383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8" name="Text Placeholder 8">
            <a:extLst>
              <a:ext uri="{FF2B5EF4-FFF2-40B4-BE49-F238E27FC236}">
                <a16:creationId xmlns:a16="http://schemas.microsoft.com/office/drawing/2014/main" id="{C699AE66-6203-FB41-4815-8C92ACEB572B}"/>
              </a:ext>
            </a:extLst>
          </p:cNvPr>
          <p:cNvSpPr>
            <a:spLocks noGrp="1"/>
          </p:cNvSpPr>
          <p:nvPr>
            <p:ph type="body" sz="quarter" idx="37" hasCustomPrompt="1"/>
          </p:nvPr>
        </p:nvSpPr>
        <p:spPr>
          <a:xfrm>
            <a:off x="4238939" y="3795784"/>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59" name="Text Placeholder 8">
            <a:extLst>
              <a:ext uri="{FF2B5EF4-FFF2-40B4-BE49-F238E27FC236}">
                <a16:creationId xmlns:a16="http://schemas.microsoft.com/office/drawing/2014/main" id="{8438F9D0-1B0B-9A9F-F7EC-7593B462BB96}"/>
              </a:ext>
            </a:extLst>
          </p:cNvPr>
          <p:cNvSpPr>
            <a:spLocks noGrp="1"/>
          </p:cNvSpPr>
          <p:nvPr>
            <p:ph type="body" sz="quarter" idx="38" hasCustomPrompt="1"/>
          </p:nvPr>
        </p:nvSpPr>
        <p:spPr>
          <a:xfrm>
            <a:off x="7924800" y="3807737"/>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0" name="Text Placeholder 8">
            <a:extLst>
              <a:ext uri="{FF2B5EF4-FFF2-40B4-BE49-F238E27FC236}">
                <a16:creationId xmlns:a16="http://schemas.microsoft.com/office/drawing/2014/main" id="{01ED9E39-5C69-8209-312B-B5F6518964CE}"/>
              </a:ext>
            </a:extLst>
          </p:cNvPr>
          <p:cNvSpPr>
            <a:spLocks noGrp="1"/>
          </p:cNvSpPr>
          <p:nvPr>
            <p:ph type="body" sz="quarter" idx="39" hasCustomPrompt="1"/>
          </p:nvPr>
        </p:nvSpPr>
        <p:spPr>
          <a:xfrm>
            <a:off x="595517" y="434464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1" name="Text Placeholder 8">
            <a:extLst>
              <a:ext uri="{FF2B5EF4-FFF2-40B4-BE49-F238E27FC236}">
                <a16:creationId xmlns:a16="http://schemas.microsoft.com/office/drawing/2014/main" id="{92E17463-11F4-B900-F0AE-254F664ED853}"/>
              </a:ext>
            </a:extLst>
          </p:cNvPr>
          <p:cNvSpPr>
            <a:spLocks noGrp="1"/>
          </p:cNvSpPr>
          <p:nvPr>
            <p:ph type="body" sz="quarter" idx="40" hasCustomPrompt="1"/>
          </p:nvPr>
        </p:nvSpPr>
        <p:spPr>
          <a:xfrm>
            <a:off x="4224856" y="4356594"/>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2" name="Text Placeholder 8">
            <a:extLst>
              <a:ext uri="{FF2B5EF4-FFF2-40B4-BE49-F238E27FC236}">
                <a16:creationId xmlns:a16="http://schemas.microsoft.com/office/drawing/2014/main" id="{D8320C5A-F222-EEF0-6A33-679F9B57156C}"/>
              </a:ext>
            </a:extLst>
          </p:cNvPr>
          <p:cNvSpPr>
            <a:spLocks noGrp="1"/>
          </p:cNvSpPr>
          <p:nvPr>
            <p:ph type="body" sz="quarter" idx="41" hasCustomPrompt="1"/>
          </p:nvPr>
        </p:nvSpPr>
        <p:spPr>
          <a:xfrm>
            <a:off x="7910717" y="4368548"/>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6" name="Text Placeholder 8">
            <a:extLst>
              <a:ext uri="{FF2B5EF4-FFF2-40B4-BE49-F238E27FC236}">
                <a16:creationId xmlns:a16="http://schemas.microsoft.com/office/drawing/2014/main" id="{263E766D-3980-E182-80AD-BF53E6DE09E2}"/>
              </a:ext>
            </a:extLst>
          </p:cNvPr>
          <p:cNvSpPr>
            <a:spLocks noGrp="1"/>
          </p:cNvSpPr>
          <p:nvPr>
            <p:ph type="body" sz="quarter" idx="42" hasCustomPrompt="1"/>
          </p:nvPr>
        </p:nvSpPr>
        <p:spPr>
          <a:xfrm>
            <a:off x="593505" y="4917526"/>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7" name="Text Placeholder 8">
            <a:extLst>
              <a:ext uri="{FF2B5EF4-FFF2-40B4-BE49-F238E27FC236}">
                <a16:creationId xmlns:a16="http://schemas.microsoft.com/office/drawing/2014/main" id="{BCF05672-54BB-410F-320B-505440D797AC}"/>
              </a:ext>
            </a:extLst>
          </p:cNvPr>
          <p:cNvSpPr>
            <a:spLocks noGrp="1"/>
          </p:cNvSpPr>
          <p:nvPr>
            <p:ph type="body" sz="quarter" idx="43" hasCustomPrompt="1"/>
          </p:nvPr>
        </p:nvSpPr>
        <p:spPr>
          <a:xfrm>
            <a:off x="4222844" y="4929478"/>
            <a:ext cx="3381061"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
        <p:nvSpPr>
          <p:cNvPr id="68" name="Text Placeholder 8">
            <a:extLst>
              <a:ext uri="{FF2B5EF4-FFF2-40B4-BE49-F238E27FC236}">
                <a16:creationId xmlns:a16="http://schemas.microsoft.com/office/drawing/2014/main" id="{A89D6369-F921-769A-BE3A-66B0FFA012D8}"/>
              </a:ext>
            </a:extLst>
          </p:cNvPr>
          <p:cNvSpPr>
            <a:spLocks noGrp="1"/>
          </p:cNvSpPr>
          <p:nvPr>
            <p:ph type="body" sz="quarter" idx="44" hasCustomPrompt="1"/>
          </p:nvPr>
        </p:nvSpPr>
        <p:spPr>
          <a:xfrm>
            <a:off x="7908705" y="4941432"/>
            <a:ext cx="3352800" cy="381001"/>
          </a:xfrm>
        </p:spPr>
        <p:txBody>
          <a:bodyPr lIns="91440" anchor="ctr"/>
          <a:lstStyle>
            <a:lvl1pPr marL="0" indent="0" algn="l">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lgn="l">
              <a:spcAft>
                <a:spcPts val="1333"/>
              </a:spcAft>
              <a:buClrTx/>
              <a:buSzPct val="100000"/>
              <a:buFont typeface="Arial" panose="020B0604020202020204" pitchFamily="34" charset="0"/>
              <a:buNone/>
              <a:defRPr sz="1333" b="0" i="0">
                <a:solidFill>
                  <a:schemeClr val="tx2"/>
                </a:solidFill>
                <a:latin typeface="Calibri" panose="020F0502020204030204" pitchFamily="34" charset="0"/>
                <a:ea typeface="Roboto Lt" pitchFamily="2" charset="0"/>
                <a:cs typeface="Calibri" panose="020F0502020204030204" pitchFamily="34" charset="0"/>
              </a:defRPr>
            </a:lvl2pPr>
            <a:lvl3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3pPr>
            <a:lvl4pPr marL="10584" indent="0" algn="l">
              <a:spcAft>
                <a:spcPts val="1333"/>
              </a:spcAft>
              <a:buClrTx/>
              <a:buSzPct val="100000"/>
              <a:buFontTx/>
              <a:buNone/>
              <a:tabLst/>
              <a:defRPr sz="1333" b="0" i="0">
                <a:solidFill>
                  <a:schemeClr val="tx2"/>
                </a:solidFill>
                <a:latin typeface="Calibri" panose="020F0502020204030204" pitchFamily="34" charset="0"/>
                <a:ea typeface="Roboto Lt" pitchFamily="2" charset="0"/>
                <a:cs typeface="Calibri" panose="020F0502020204030204" pitchFamily="34" charset="0"/>
              </a:defRPr>
            </a:lvl4pPr>
            <a:lvl5pPr marL="10584" indent="0" algn="l">
              <a:spcAft>
                <a:spcPts val="1333"/>
              </a:spcAft>
              <a:buClrTx/>
              <a:buSzPct val="100000"/>
              <a:buFontTx/>
              <a:buNone/>
              <a:tabLst/>
              <a:defRPr sz="1333" b="0" i="0" baseline="0">
                <a:solidFill>
                  <a:schemeClr val="tx2"/>
                </a:solidFill>
                <a:latin typeface="Calibri" panose="020F0502020204030204" pitchFamily="34" charset="0"/>
                <a:ea typeface="Roboto Lt" pitchFamily="2" charset="0"/>
                <a:cs typeface="Calibri" panose="020F0502020204030204" pitchFamily="34" charset="0"/>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1"/>
            <a:r>
              <a:rPr lang="en-US" noProof="0"/>
              <a:t>Second level</a:t>
            </a:r>
          </a:p>
        </p:txBody>
      </p:sp>
    </p:spTree>
    <p:extLst>
      <p:ext uri="{BB962C8B-B14F-4D97-AF65-F5344CB8AC3E}">
        <p14:creationId xmlns:p14="http://schemas.microsoft.com/office/powerpoint/2010/main" val="248772647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9A5784-3A09-BA9D-8C9F-C053A0439AEB}"/>
              </a:ext>
            </a:extLst>
          </p:cNvPr>
          <p:cNvSpPr>
            <a:spLocks noGrp="1"/>
          </p:cNvSpPr>
          <p:nvPr>
            <p:ph type="ftr" sz="quarter" idx="16"/>
          </p:nvPr>
        </p:nvSpPr>
        <p:spPr>
          <a:xfrm>
            <a:off x="4648201" y="6399314"/>
            <a:ext cx="7073900" cy="363599"/>
          </a:xfrm>
          <a:prstGeom prst="rect">
            <a:avLst/>
          </a:prstGeom>
        </p:spPr>
        <p:txBody>
          <a:bodyPr/>
          <a:lstStyle/>
          <a:p>
            <a:pPr algn="r"/>
            <a:r>
              <a:rPr lang="en-US"/>
              <a:t>Unclassified | Non-CUI | Date Submitted: XX June, 2023</a:t>
            </a:r>
          </a:p>
        </p:txBody>
      </p:sp>
      <p:sp>
        <p:nvSpPr>
          <p:cNvPr id="7" name="Rectangle 6">
            <a:extLst>
              <a:ext uri="{FF2B5EF4-FFF2-40B4-BE49-F238E27FC236}">
                <a16:creationId xmlns:a16="http://schemas.microsoft.com/office/drawing/2014/main" id="{B332E996-DB5B-8FEC-0BCC-3098BB78A7D3}"/>
              </a:ext>
            </a:extLst>
          </p:cNvPr>
          <p:cNvSpPr/>
          <p:nvPr/>
        </p:nvSpPr>
        <p:spPr>
          <a:xfrm>
            <a:off x="1" y="387929"/>
            <a:ext cx="5578764" cy="5914967"/>
          </a:xfrm>
          <a:custGeom>
            <a:avLst/>
            <a:gdLst>
              <a:gd name="connsiteX0" fmla="*/ 0 w 7744691"/>
              <a:gd name="connsiteY0" fmla="*/ 0 h 4433454"/>
              <a:gd name="connsiteX1" fmla="*/ 7744691 w 7744691"/>
              <a:gd name="connsiteY1" fmla="*/ 0 h 4433454"/>
              <a:gd name="connsiteX2" fmla="*/ 7744691 w 7744691"/>
              <a:gd name="connsiteY2" fmla="*/ 4433454 h 4433454"/>
              <a:gd name="connsiteX3" fmla="*/ 0 w 7744691"/>
              <a:gd name="connsiteY3" fmla="*/ 4433454 h 4433454"/>
              <a:gd name="connsiteX4" fmla="*/ 0 w 7744691"/>
              <a:gd name="connsiteY4" fmla="*/ 0 h 4433454"/>
              <a:gd name="connsiteX0" fmla="*/ 0 w 7744691"/>
              <a:gd name="connsiteY0" fmla="*/ 0 h 4433454"/>
              <a:gd name="connsiteX1" fmla="*/ 3394364 w 7744691"/>
              <a:gd name="connsiteY1" fmla="*/ 0 h 4433454"/>
              <a:gd name="connsiteX2" fmla="*/ 7744691 w 7744691"/>
              <a:gd name="connsiteY2" fmla="*/ 4433454 h 4433454"/>
              <a:gd name="connsiteX3" fmla="*/ 0 w 7744691"/>
              <a:gd name="connsiteY3" fmla="*/ 4433454 h 4433454"/>
              <a:gd name="connsiteX4" fmla="*/ 0 w 7744691"/>
              <a:gd name="connsiteY4" fmla="*/ 0 h 4433454"/>
              <a:gd name="connsiteX0" fmla="*/ 0 w 3394364"/>
              <a:gd name="connsiteY0" fmla="*/ 0 h 4433454"/>
              <a:gd name="connsiteX1" fmla="*/ 3394364 w 3394364"/>
              <a:gd name="connsiteY1" fmla="*/ 0 h 4433454"/>
              <a:gd name="connsiteX2" fmla="*/ 3352800 w 3394364"/>
              <a:gd name="connsiteY2" fmla="*/ 4405745 h 4433454"/>
              <a:gd name="connsiteX3" fmla="*/ 0 w 3394364"/>
              <a:gd name="connsiteY3" fmla="*/ 4433454 h 4433454"/>
              <a:gd name="connsiteX4" fmla="*/ 0 w 3394364"/>
              <a:gd name="connsiteY4" fmla="*/ 0 h 4433454"/>
              <a:gd name="connsiteX0" fmla="*/ 0 w 3394364"/>
              <a:gd name="connsiteY0" fmla="*/ 0 h 4433454"/>
              <a:gd name="connsiteX1" fmla="*/ 3394364 w 3394364"/>
              <a:gd name="connsiteY1" fmla="*/ 0 h 4433454"/>
              <a:gd name="connsiteX2" fmla="*/ 3394364 w 3394364"/>
              <a:gd name="connsiteY2" fmla="*/ 2285999 h 4433454"/>
              <a:gd name="connsiteX3" fmla="*/ 3352800 w 3394364"/>
              <a:gd name="connsiteY3" fmla="*/ 4405745 h 4433454"/>
              <a:gd name="connsiteX4" fmla="*/ 0 w 3394364"/>
              <a:gd name="connsiteY4" fmla="*/ 4433454 h 4433454"/>
              <a:gd name="connsiteX5" fmla="*/ 0 w 3394364"/>
              <a:gd name="connsiteY5" fmla="*/ 0 h 4433454"/>
              <a:gd name="connsiteX0" fmla="*/ 0 w 4184073"/>
              <a:gd name="connsiteY0" fmla="*/ 0 h 4433454"/>
              <a:gd name="connsiteX1" fmla="*/ 3394364 w 4184073"/>
              <a:gd name="connsiteY1" fmla="*/ 0 h 4433454"/>
              <a:gd name="connsiteX2" fmla="*/ 4184073 w 4184073"/>
              <a:gd name="connsiteY2" fmla="*/ 2299854 h 4433454"/>
              <a:gd name="connsiteX3" fmla="*/ 3352800 w 4184073"/>
              <a:gd name="connsiteY3" fmla="*/ 4405745 h 4433454"/>
              <a:gd name="connsiteX4" fmla="*/ 0 w 4184073"/>
              <a:gd name="connsiteY4" fmla="*/ 4433454 h 4433454"/>
              <a:gd name="connsiteX5" fmla="*/ 0 w 4184073"/>
              <a:gd name="connsiteY5" fmla="*/ 0 h 4433454"/>
              <a:gd name="connsiteX0" fmla="*/ 0 w 4184073"/>
              <a:gd name="connsiteY0" fmla="*/ 0 h 4436225"/>
              <a:gd name="connsiteX1" fmla="*/ 3394364 w 4184073"/>
              <a:gd name="connsiteY1" fmla="*/ 0 h 4436225"/>
              <a:gd name="connsiteX2" fmla="*/ 4184073 w 4184073"/>
              <a:gd name="connsiteY2" fmla="*/ 2299854 h 4436225"/>
              <a:gd name="connsiteX3" fmla="*/ 3281680 w 4184073"/>
              <a:gd name="connsiteY3" fmla="*/ 4436225 h 4436225"/>
              <a:gd name="connsiteX4" fmla="*/ 0 w 4184073"/>
              <a:gd name="connsiteY4" fmla="*/ 4433454 h 4436225"/>
              <a:gd name="connsiteX5" fmla="*/ 0 w 4184073"/>
              <a:gd name="connsiteY5" fmla="*/ 0 h 4436225"/>
              <a:gd name="connsiteX0" fmla="*/ 0 w 4184073"/>
              <a:gd name="connsiteY0" fmla="*/ 0 h 4436225"/>
              <a:gd name="connsiteX1" fmla="*/ 3272444 w 4184073"/>
              <a:gd name="connsiteY1" fmla="*/ 10160 h 4436225"/>
              <a:gd name="connsiteX2" fmla="*/ 4184073 w 4184073"/>
              <a:gd name="connsiteY2" fmla="*/ 2299854 h 4436225"/>
              <a:gd name="connsiteX3" fmla="*/ 3281680 w 4184073"/>
              <a:gd name="connsiteY3" fmla="*/ 4436225 h 4436225"/>
              <a:gd name="connsiteX4" fmla="*/ 0 w 4184073"/>
              <a:gd name="connsiteY4" fmla="*/ 4433454 h 4436225"/>
              <a:gd name="connsiteX5" fmla="*/ 0 w 4184073"/>
              <a:gd name="connsiteY5" fmla="*/ 0 h 4436225"/>
              <a:gd name="connsiteX0" fmla="*/ 0 w 4184073"/>
              <a:gd name="connsiteY0" fmla="*/ 0 h 4436225"/>
              <a:gd name="connsiteX1" fmla="*/ 3272444 w 4184073"/>
              <a:gd name="connsiteY1" fmla="*/ 10160 h 4436225"/>
              <a:gd name="connsiteX2" fmla="*/ 4184073 w 4184073"/>
              <a:gd name="connsiteY2" fmla="*/ 2299854 h 4436225"/>
              <a:gd name="connsiteX3" fmla="*/ 3230880 w 4184073"/>
              <a:gd name="connsiteY3" fmla="*/ 4436225 h 4436225"/>
              <a:gd name="connsiteX4" fmla="*/ 0 w 4184073"/>
              <a:gd name="connsiteY4" fmla="*/ 4433454 h 4436225"/>
              <a:gd name="connsiteX5" fmla="*/ 0 w 4184073"/>
              <a:gd name="connsiteY5" fmla="*/ 0 h 4436225"/>
              <a:gd name="connsiteX0" fmla="*/ 0 w 4184073"/>
              <a:gd name="connsiteY0" fmla="*/ 0 h 4436225"/>
              <a:gd name="connsiteX1" fmla="*/ 3221644 w 4184073"/>
              <a:gd name="connsiteY1" fmla="*/ 0 h 4436225"/>
              <a:gd name="connsiteX2" fmla="*/ 4184073 w 4184073"/>
              <a:gd name="connsiteY2" fmla="*/ 2299854 h 4436225"/>
              <a:gd name="connsiteX3" fmla="*/ 3230880 w 4184073"/>
              <a:gd name="connsiteY3" fmla="*/ 4436225 h 4436225"/>
              <a:gd name="connsiteX4" fmla="*/ 0 w 4184073"/>
              <a:gd name="connsiteY4" fmla="*/ 4433454 h 4436225"/>
              <a:gd name="connsiteX5" fmla="*/ 0 w 4184073"/>
              <a:gd name="connsiteY5" fmla="*/ 0 h 443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4073" h="4436225">
                <a:moveTo>
                  <a:pt x="0" y="0"/>
                </a:moveTo>
                <a:lnTo>
                  <a:pt x="3221644" y="0"/>
                </a:lnTo>
                <a:lnTo>
                  <a:pt x="4184073" y="2299854"/>
                </a:lnTo>
                <a:lnTo>
                  <a:pt x="3230880" y="4436225"/>
                </a:lnTo>
                <a:lnTo>
                  <a:pt x="0" y="443345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1351"/>
          </a:p>
        </p:txBody>
      </p:sp>
      <p:sp>
        <p:nvSpPr>
          <p:cNvPr id="10" name="Arrow: Chevron 38">
            <a:extLst>
              <a:ext uri="{FF2B5EF4-FFF2-40B4-BE49-F238E27FC236}">
                <a16:creationId xmlns:a16="http://schemas.microsoft.com/office/drawing/2014/main" id="{A31324F6-8662-C56B-5FCC-5CF9D409BD92}"/>
              </a:ext>
            </a:extLst>
          </p:cNvPr>
          <p:cNvSpPr/>
          <p:nvPr/>
        </p:nvSpPr>
        <p:spPr>
          <a:xfrm>
            <a:off x="5128775" y="2566004"/>
            <a:ext cx="666632" cy="1725992"/>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black"/>
              </a:solidFill>
              <a:latin typeface="Calibri" panose="020F0502020204030204"/>
            </a:endParaRPr>
          </a:p>
        </p:txBody>
      </p:sp>
      <p:cxnSp>
        <p:nvCxnSpPr>
          <p:cNvPr id="11" name="Straight Connector 10">
            <a:extLst>
              <a:ext uri="{FF2B5EF4-FFF2-40B4-BE49-F238E27FC236}">
                <a16:creationId xmlns:a16="http://schemas.microsoft.com/office/drawing/2014/main" id="{64C44667-4129-DD49-F1B7-9518EB0F28AE}"/>
              </a:ext>
            </a:extLst>
          </p:cNvPr>
          <p:cNvCxnSpPr>
            <a:cxnSpLocks/>
          </p:cNvCxnSpPr>
          <p:nvPr/>
        </p:nvCxnSpPr>
        <p:spPr>
          <a:xfrm>
            <a:off x="7939464" y="387929"/>
            <a:ext cx="1319168" cy="2962204"/>
          </a:xfrm>
          <a:prstGeom prst="line">
            <a:avLst/>
          </a:prstGeom>
          <a:ln w="3175">
            <a:solidFill>
              <a:srgbClr val="525B88"/>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7DB744-4381-666F-9A02-6804D1E5326E}"/>
              </a:ext>
            </a:extLst>
          </p:cNvPr>
          <p:cNvCxnSpPr>
            <a:cxnSpLocks/>
          </p:cNvCxnSpPr>
          <p:nvPr/>
        </p:nvCxnSpPr>
        <p:spPr>
          <a:xfrm flipV="1">
            <a:off x="7938667" y="3351776"/>
            <a:ext cx="1319591" cy="2947425"/>
          </a:xfrm>
          <a:prstGeom prst="line">
            <a:avLst/>
          </a:prstGeom>
          <a:ln w="3175">
            <a:solidFill>
              <a:srgbClr val="525B88"/>
            </a:solidFill>
          </a:ln>
        </p:spPr>
        <p:style>
          <a:lnRef idx="1">
            <a:schemeClr val="accent1"/>
          </a:lnRef>
          <a:fillRef idx="0">
            <a:schemeClr val="accent1"/>
          </a:fillRef>
          <a:effectRef idx="0">
            <a:schemeClr val="accent1"/>
          </a:effectRef>
          <a:fontRef idx="minor">
            <a:schemeClr val="tx1"/>
          </a:fontRef>
        </p:style>
      </p:cxnSp>
      <p:sp>
        <p:nvSpPr>
          <p:cNvPr id="13" name="Right Triangle 12">
            <a:extLst>
              <a:ext uri="{FF2B5EF4-FFF2-40B4-BE49-F238E27FC236}">
                <a16:creationId xmlns:a16="http://schemas.microsoft.com/office/drawing/2014/main" id="{7658E4B0-3E74-BACF-FF9A-5343618552D4}"/>
              </a:ext>
            </a:extLst>
          </p:cNvPr>
          <p:cNvSpPr/>
          <p:nvPr/>
        </p:nvSpPr>
        <p:spPr>
          <a:xfrm flipV="1">
            <a:off x="2" y="387928"/>
            <a:ext cx="3195911" cy="3252447"/>
          </a:xfrm>
          <a:prstGeom prst="rtTriangle">
            <a:avLst/>
          </a:prstGeom>
          <a:gradFill>
            <a:gsLst>
              <a:gs pos="100000">
                <a:schemeClr val="bg1">
                  <a:alpha val="28000"/>
                </a:schemeClr>
              </a:gs>
              <a:gs pos="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white"/>
              </a:solidFill>
              <a:latin typeface="Calibri" panose="020F0502020204030204"/>
            </a:endParaRPr>
          </a:p>
        </p:txBody>
      </p:sp>
      <p:sp>
        <p:nvSpPr>
          <p:cNvPr id="14" name="Right Triangle 13">
            <a:extLst>
              <a:ext uri="{FF2B5EF4-FFF2-40B4-BE49-F238E27FC236}">
                <a16:creationId xmlns:a16="http://schemas.microsoft.com/office/drawing/2014/main" id="{84C708F1-C45B-173E-C21F-F4D24B845C15}"/>
              </a:ext>
            </a:extLst>
          </p:cNvPr>
          <p:cNvSpPr/>
          <p:nvPr/>
        </p:nvSpPr>
        <p:spPr>
          <a:xfrm flipV="1">
            <a:off x="1" y="387928"/>
            <a:ext cx="2490065" cy="2534115"/>
          </a:xfrm>
          <a:prstGeom prst="rtTriangle">
            <a:avLst/>
          </a:prstGeom>
          <a:gradFill>
            <a:gsLst>
              <a:gs pos="100000">
                <a:schemeClr val="bg1">
                  <a:alpha val="28000"/>
                </a:schemeClr>
              </a:gs>
              <a:gs pos="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white"/>
              </a:solidFill>
              <a:latin typeface="Calibri" panose="020F0502020204030204"/>
            </a:endParaRPr>
          </a:p>
        </p:txBody>
      </p:sp>
      <p:cxnSp>
        <p:nvCxnSpPr>
          <p:cNvPr id="15" name="Straight Connector 14">
            <a:extLst>
              <a:ext uri="{FF2B5EF4-FFF2-40B4-BE49-F238E27FC236}">
                <a16:creationId xmlns:a16="http://schemas.microsoft.com/office/drawing/2014/main" id="{C0E85CB6-BD95-B349-D958-B556800AB33E}"/>
              </a:ext>
            </a:extLst>
          </p:cNvPr>
          <p:cNvCxnSpPr>
            <a:cxnSpLocks/>
          </p:cNvCxnSpPr>
          <p:nvPr/>
        </p:nvCxnSpPr>
        <p:spPr>
          <a:xfrm>
            <a:off x="6491595" y="387929"/>
            <a:ext cx="1319168" cy="2962204"/>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A524875-066F-7642-B455-765342392739}"/>
              </a:ext>
            </a:extLst>
          </p:cNvPr>
          <p:cNvCxnSpPr>
            <a:cxnSpLocks/>
          </p:cNvCxnSpPr>
          <p:nvPr/>
        </p:nvCxnSpPr>
        <p:spPr>
          <a:xfrm flipV="1">
            <a:off x="6490798" y="3351776"/>
            <a:ext cx="1319591" cy="2947425"/>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AC77A0-E35E-7F13-7607-9AF52BA869D8}"/>
              </a:ext>
            </a:extLst>
          </p:cNvPr>
          <p:cNvCxnSpPr>
            <a:cxnSpLocks/>
            <a:endCxn id="10" idx="3"/>
          </p:cNvCxnSpPr>
          <p:nvPr/>
        </p:nvCxnSpPr>
        <p:spPr>
          <a:xfrm>
            <a:off x="4600354" y="389861"/>
            <a:ext cx="1195053" cy="303914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084CA1-656A-46BA-8157-B5A211EC33C7}"/>
              </a:ext>
            </a:extLst>
          </p:cNvPr>
          <p:cNvCxnSpPr>
            <a:cxnSpLocks/>
            <a:endCxn id="10" idx="3"/>
          </p:cNvCxnSpPr>
          <p:nvPr/>
        </p:nvCxnSpPr>
        <p:spPr>
          <a:xfrm flipV="1">
            <a:off x="4678326" y="3429000"/>
            <a:ext cx="1117081" cy="28702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 Placeholder 8"/>
          <p:cNvSpPr>
            <a:spLocks noGrp="1"/>
          </p:cNvSpPr>
          <p:nvPr>
            <p:ph type="body" sz="quarter" idx="13" hasCustomPrompt="1"/>
          </p:nvPr>
        </p:nvSpPr>
        <p:spPr>
          <a:xfrm>
            <a:off x="491535" y="1645921"/>
            <a:ext cx="3721479" cy="4653281"/>
          </a:xfrm>
          <a:prstGeom prst="rect">
            <a:avLst/>
          </a:prstGeom>
        </p:spPr>
        <p:txBody>
          <a:bodyPr lIns="91440" tIns="0" rIns="0" bIns="0">
            <a:noAutofit/>
          </a:bodyPr>
          <a:lstStyle>
            <a:lvl1pPr marL="0" indent="0">
              <a:buNone/>
              <a:defRPr sz="1867" b="0" i="0">
                <a:solidFill>
                  <a:schemeClr val="bg2"/>
                </a:solidFill>
                <a:latin typeface="Calibri" panose="020F0502020204030204" pitchFamily="34" charset="0"/>
                <a:ea typeface="Open Sans Light" panose="020B0306030504020204" pitchFamily="34" charset="0"/>
                <a:cs typeface="Calibri" panose="020F0502020204030204" pitchFamily="34" charset="0"/>
              </a:defRPr>
            </a:lvl1pPr>
          </a:lstStyle>
          <a:p>
            <a:pPr lvl="0"/>
            <a:r>
              <a:rPr lang="en-US" noProof="0"/>
              <a:t>Click to add subtitle</a:t>
            </a:r>
          </a:p>
        </p:txBody>
      </p:sp>
      <p:sp>
        <p:nvSpPr>
          <p:cNvPr id="25" name="Title 24">
            <a:extLst>
              <a:ext uri="{FF2B5EF4-FFF2-40B4-BE49-F238E27FC236}">
                <a16:creationId xmlns:a16="http://schemas.microsoft.com/office/drawing/2014/main" id="{7C6BF7E9-2ADE-9DD2-DB93-7E455B0E5E83}"/>
              </a:ext>
            </a:extLst>
          </p:cNvPr>
          <p:cNvSpPr>
            <a:spLocks noGrp="1"/>
          </p:cNvSpPr>
          <p:nvPr>
            <p:ph type="title"/>
          </p:nvPr>
        </p:nvSpPr>
        <p:spPr>
          <a:xfrm>
            <a:off x="469901" y="402587"/>
            <a:ext cx="3964940" cy="1212853"/>
          </a:xfrm>
        </p:spPr>
        <p:txBody>
          <a:bodyPr/>
          <a:lstStyle>
            <a:lvl1pPr>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42303169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284A7C-1BAA-9C70-78D2-17E0DBF84C21}"/>
              </a:ext>
            </a:extLst>
          </p:cNvPr>
          <p:cNvSpPr/>
          <p:nvPr userDrawn="1"/>
        </p:nvSpPr>
        <p:spPr bwMode="gray">
          <a:xfrm>
            <a:off x="0" y="304800"/>
            <a:ext cx="5638800" cy="5994400"/>
          </a:xfrm>
          <a:prstGeom prst="rect">
            <a:avLst/>
          </a:prstGeom>
          <a:solidFill>
            <a:schemeClr val="accent1"/>
          </a:solidFill>
          <a:ln w="19050" algn="ctr">
            <a:noFill/>
            <a:miter lim="800000"/>
            <a:headEnd/>
            <a:tailEnd/>
          </a:ln>
        </p:spPr>
        <p:txBody>
          <a:bodyPr wrap="square" lIns="118533" tIns="118533" rIns="118533" bIns="118533" rtlCol="0" anchor="ctr"/>
          <a:lstStyle/>
          <a:p>
            <a:pPr algn="ctr">
              <a:lnSpc>
                <a:spcPct val="106000"/>
              </a:lnSpc>
              <a:buFont typeface="Wingdings 2" pitchFamily="18" charset="2"/>
              <a:buNone/>
            </a:pPr>
            <a:endParaRPr lang="en-US" sz="2133" b="1">
              <a:solidFill>
                <a:schemeClr val="bg1"/>
              </a:solidFill>
            </a:endParaRPr>
          </a:p>
        </p:txBody>
      </p:sp>
      <p:sp>
        <p:nvSpPr>
          <p:cNvPr id="2" name="Footer Placeholder 1">
            <a:extLst>
              <a:ext uri="{FF2B5EF4-FFF2-40B4-BE49-F238E27FC236}">
                <a16:creationId xmlns:a16="http://schemas.microsoft.com/office/drawing/2014/main" id="{A09A5784-3A09-BA9D-8C9F-C053A0439AEB}"/>
              </a:ext>
            </a:extLst>
          </p:cNvPr>
          <p:cNvSpPr>
            <a:spLocks noGrp="1"/>
          </p:cNvSpPr>
          <p:nvPr>
            <p:ph type="ftr" sz="quarter" idx="16"/>
          </p:nvPr>
        </p:nvSpPr>
        <p:spPr>
          <a:xfrm>
            <a:off x="4648201" y="6399314"/>
            <a:ext cx="7073900" cy="363599"/>
          </a:xfrm>
          <a:prstGeom prst="rect">
            <a:avLst/>
          </a:prstGeom>
        </p:spPr>
        <p:txBody>
          <a:bodyPr/>
          <a:lstStyle/>
          <a:p>
            <a:pPr algn="r"/>
            <a:r>
              <a:rPr lang="en-US"/>
              <a:t>Unclassified | Non-CUI | Date Submitted: XX June, 2023</a:t>
            </a:r>
          </a:p>
        </p:txBody>
      </p:sp>
      <p:sp>
        <p:nvSpPr>
          <p:cNvPr id="5" name="Title 4">
            <a:extLst>
              <a:ext uri="{FF2B5EF4-FFF2-40B4-BE49-F238E27FC236}">
                <a16:creationId xmlns:a16="http://schemas.microsoft.com/office/drawing/2014/main" id="{57B7BDD5-D6E5-168A-CA23-7AFCE33C84AF}"/>
              </a:ext>
            </a:extLst>
          </p:cNvPr>
          <p:cNvSpPr>
            <a:spLocks noGrp="1"/>
          </p:cNvSpPr>
          <p:nvPr>
            <p:ph type="title" hasCustomPrompt="1"/>
          </p:nvPr>
        </p:nvSpPr>
        <p:spPr>
          <a:xfrm>
            <a:off x="469902" y="402587"/>
            <a:ext cx="5170085" cy="692151"/>
          </a:xfrm>
        </p:spPr>
        <p:txBody>
          <a:bodyPr/>
          <a:lstStyle>
            <a:lvl1pPr>
              <a:defRPr>
                <a:solidFill>
                  <a:schemeClr val="bg2"/>
                </a:solidFill>
              </a:defRPr>
            </a:lvl1pPr>
          </a:lstStyle>
          <a:p>
            <a:r>
              <a:rPr lang="en-US"/>
              <a:t>Click to edit </a:t>
            </a:r>
            <a:r>
              <a:rPr lang="en-US" err="1"/>
              <a:t>Maaster</a:t>
            </a:r>
            <a:r>
              <a:rPr lang="en-US"/>
              <a:t> title style</a:t>
            </a:r>
          </a:p>
        </p:txBody>
      </p:sp>
      <p:sp>
        <p:nvSpPr>
          <p:cNvPr id="7" name="Content Placeholder 6">
            <a:extLst>
              <a:ext uri="{FF2B5EF4-FFF2-40B4-BE49-F238E27FC236}">
                <a16:creationId xmlns:a16="http://schemas.microsoft.com/office/drawing/2014/main" id="{6C17AB11-B405-E98F-144C-F208B444747F}"/>
              </a:ext>
            </a:extLst>
          </p:cNvPr>
          <p:cNvSpPr>
            <a:spLocks noGrp="1"/>
          </p:cNvSpPr>
          <p:nvPr>
            <p:ph sz="quarter" idx="17"/>
          </p:nvPr>
        </p:nvSpPr>
        <p:spPr>
          <a:xfrm>
            <a:off x="457200" y="1143000"/>
            <a:ext cx="5181600" cy="5029200"/>
          </a:xfrm>
        </p:spPr>
        <p:txBody>
          <a:bodyPr/>
          <a:lstStyle>
            <a:lvl1pPr>
              <a:defRPr>
                <a:solidFill>
                  <a:schemeClr val="bg2"/>
                </a:solidFill>
              </a:defRPr>
            </a:lvl1pPr>
            <a:lvl2pPr>
              <a:defRPr>
                <a:solidFill>
                  <a:schemeClr val="bg2"/>
                </a:solidFill>
              </a:defRPr>
            </a:lvl2pPr>
            <a:lvl3pPr>
              <a:buClr>
                <a:schemeClr val="accent2"/>
              </a:buClr>
              <a:defRPr>
                <a:solidFill>
                  <a:schemeClr val="bg2"/>
                </a:solidFill>
              </a:defRPr>
            </a:lvl3pPr>
            <a:lvl4pPr>
              <a:buClrTx/>
              <a:defRPr>
                <a:solidFill>
                  <a:schemeClr val="bg2"/>
                </a:solidFill>
              </a:defRPr>
            </a:lvl4pPr>
            <a:lvl5pPr>
              <a:buClrTx/>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55815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Caption">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EFFC47-D725-A8A5-80A6-79A92116D656}"/>
              </a:ext>
            </a:extLst>
          </p:cNvPr>
          <p:cNvSpPr>
            <a:spLocks noGrp="1"/>
          </p:cNvSpPr>
          <p:nvPr>
            <p:ph type="ftr" sz="quarter" idx="23"/>
          </p:nvPr>
        </p:nvSpPr>
        <p:spPr>
          <a:xfrm>
            <a:off x="4648201" y="6399314"/>
            <a:ext cx="7073900" cy="363599"/>
          </a:xfrm>
          <a:prstGeom prst="rect">
            <a:avLst/>
          </a:prstGeom>
        </p:spPr>
        <p:txBody>
          <a:bodyPr/>
          <a:lstStyle/>
          <a:p>
            <a:pPr algn="r"/>
            <a:r>
              <a:rPr lang="en-US"/>
              <a:t>Unclassified | Non-CUI | Date Submitted: XX June, 2023</a:t>
            </a:r>
          </a:p>
        </p:txBody>
      </p:sp>
      <p:sp>
        <p:nvSpPr>
          <p:cNvPr id="10" name="Title 9">
            <a:extLst>
              <a:ext uri="{FF2B5EF4-FFF2-40B4-BE49-F238E27FC236}">
                <a16:creationId xmlns:a16="http://schemas.microsoft.com/office/drawing/2014/main" id="{6D717104-9C42-4E34-A909-52168FEDEF43}"/>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67FDC1DF-FFC1-B1FD-8E0A-08D3B84B06B9}"/>
              </a:ext>
            </a:extLst>
          </p:cNvPr>
          <p:cNvSpPr>
            <a:spLocks noGrp="1"/>
          </p:cNvSpPr>
          <p:nvPr>
            <p:ph idx="1"/>
          </p:nvPr>
        </p:nvSpPr>
        <p:spPr>
          <a:xfrm>
            <a:off x="457200" y="4191000"/>
            <a:ext cx="5334000" cy="1981200"/>
          </a:xfrm>
          <a:prstGeom prst="rect">
            <a:avLst/>
          </a:prstGeom>
        </p:spPr>
        <p:txBody>
          <a:bodyPr vert="horz" lIns="91440" tIns="0" rIns="0" bIns="0" rtlCol="0">
            <a:noAutofit/>
          </a:bodyPr>
          <a:lstStyle>
            <a:lvl1pPr marL="0" indent="0">
              <a:spcAft>
                <a:spcPts val="533"/>
              </a:spcAft>
              <a:buClr>
                <a:schemeClr val="accent1"/>
              </a:buCl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spcBef>
                <a:spcPts val="0"/>
              </a:spcBef>
              <a:spcAft>
                <a:spcPts val="533"/>
              </a:spcAft>
              <a:buNone/>
              <a:defRPr sz="1600" b="0" i="0">
                <a:latin typeface="Calibri Light" panose="020F0302020204030204" pitchFamily="34"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Calibri" panose="020F0502020204030204" pitchFamily="34" charset="0"/>
                <a:ea typeface="Roboto Lt" pitchFamily="2" charset="0"/>
                <a:cs typeface="Calibri" panose="020F0502020204030204" pitchFamily="34" charset="0"/>
              </a:defRPr>
            </a:lvl3pPr>
            <a:lvl4pPr marL="10584" indent="0">
              <a:spcAft>
                <a:spcPts val="533"/>
              </a:spcAft>
              <a:buFontTx/>
              <a:buNone/>
              <a:tabLst/>
              <a:defRPr sz="1467" b="0" i="0">
                <a:latin typeface="Calibri Light" panose="020F0302020204030204" pitchFamily="34"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4" name="Text Placeholder 18">
            <a:extLst>
              <a:ext uri="{FF2B5EF4-FFF2-40B4-BE49-F238E27FC236}">
                <a16:creationId xmlns:a16="http://schemas.microsoft.com/office/drawing/2014/main" id="{A9EE31B6-8256-D013-0E9E-800266037E23}"/>
              </a:ext>
            </a:extLst>
          </p:cNvPr>
          <p:cNvSpPr>
            <a:spLocks noGrp="1"/>
          </p:cNvSpPr>
          <p:nvPr>
            <p:ph idx="24"/>
          </p:nvPr>
        </p:nvSpPr>
        <p:spPr>
          <a:xfrm>
            <a:off x="6477000" y="4191000"/>
            <a:ext cx="5257800" cy="1981200"/>
          </a:xfrm>
          <a:prstGeom prst="rect">
            <a:avLst/>
          </a:prstGeom>
        </p:spPr>
        <p:txBody>
          <a:bodyPr vert="horz" lIns="91440" tIns="0" rIns="0" bIns="0" rtlCol="0">
            <a:noAutofit/>
          </a:bodyPr>
          <a:lstStyle>
            <a:lvl1pPr marL="0" indent="0">
              <a:spcAft>
                <a:spcPts val="533"/>
              </a:spcAft>
              <a:buClr>
                <a:schemeClr val="accent1"/>
              </a:buClr>
              <a:buFontTx/>
              <a:buNone/>
              <a:defRPr sz="1600" b="1" i="0">
                <a:solidFill>
                  <a:schemeClr val="accent1"/>
                </a:solidFill>
                <a:latin typeface="Calibri" panose="020F0502020204030204" pitchFamily="34" charset="0"/>
                <a:ea typeface="Roboto" pitchFamily="2" charset="0"/>
                <a:cs typeface="Calibri" panose="020F0502020204030204" pitchFamily="34" charset="0"/>
              </a:defRPr>
            </a:lvl1pPr>
            <a:lvl2pPr marL="0" indent="0">
              <a:spcBef>
                <a:spcPts val="0"/>
              </a:spcBef>
              <a:spcAft>
                <a:spcPts val="533"/>
              </a:spcAft>
              <a:buNone/>
              <a:defRPr sz="1600" b="0" i="0">
                <a:latin typeface="Calibri Light" panose="020F0302020204030204" pitchFamily="34" charset="0"/>
                <a:ea typeface="Roboto Lt" pitchFamily="2" charset="0"/>
                <a:cs typeface="Calibri Light" panose="020F0302020204030204" pitchFamily="34" charset="0"/>
              </a:defRPr>
            </a:lvl2pPr>
            <a:lvl3pPr marL="232828" indent="-222245">
              <a:spcAft>
                <a:spcPts val="533"/>
              </a:spcAft>
              <a:buClr>
                <a:schemeClr val="accent1"/>
              </a:buClr>
              <a:tabLst/>
              <a:defRPr sz="1600" b="0" i="0">
                <a:latin typeface="Calibri" panose="020F0502020204030204" pitchFamily="34" charset="0"/>
                <a:ea typeface="Roboto Lt" pitchFamily="2" charset="0"/>
                <a:cs typeface="Calibri" panose="020F0502020204030204" pitchFamily="34" charset="0"/>
              </a:defRPr>
            </a:lvl3pPr>
            <a:lvl4pPr marL="10584" indent="0">
              <a:spcAft>
                <a:spcPts val="533"/>
              </a:spcAft>
              <a:buFontTx/>
              <a:buNone/>
              <a:tabLst/>
              <a:defRPr sz="1467" b="0" i="0">
                <a:latin typeface="Calibri Light" panose="020F0302020204030204" pitchFamily="34" charset="0"/>
                <a:ea typeface="Roboto Lt" pitchFamily="2" charset="0"/>
                <a:cs typeface="Calibri Light" panose="020F0302020204030204" pitchFamily="34" charset="0"/>
              </a:defRPr>
            </a:lvl4pPr>
            <a:lvl5pPr>
              <a:spcAft>
                <a:spcPts val="533"/>
              </a:spcAft>
              <a:defRPr b="0" i="0">
                <a:latin typeface="Roboto Lt" pitchFamily="2" charset="0"/>
                <a:ea typeface="Roboto Lt" pitchFamily="2" charset="0"/>
                <a:cs typeface="Open Sans Light" panose="020B030603050402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62479640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3" name="Text Placeholder 8">
            <a:extLst>
              <a:ext uri="{FF2B5EF4-FFF2-40B4-BE49-F238E27FC236}">
                <a16:creationId xmlns:a16="http://schemas.microsoft.com/office/drawing/2014/main" id="{B7DE6BB8-4553-A06E-7A88-99A8419ED07D}"/>
              </a:ext>
            </a:extLst>
          </p:cNvPr>
          <p:cNvSpPr>
            <a:spLocks noGrp="1"/>
          </p:cNvSpPr>
          <p:nvPr>
            <p:ph type="body" sz="quarter" idx="30" hasCustomPrompt="1"/>
          </p:nvPr>
        </p:nvSpPr>
        <p:spPr>
          <a:xfrm>
            <a:off x="6781800" y="1295401"/>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7" name="Text Placeholder 8">
            <a:extLst>
              <a:ext uri="{FF2B5EF4-FFF2-40B4-BE49-F238E27FC236}">
                <a16:creationId xmlns:a16="http://schemas.microsoft.com/office/drawing/2014/main" id="{F9728734-6748-F91E-1227-B024E5963FF9}"/>
              </a:ext>
            </a:extLst>
          </p:cNvPr>
          <p:cNvSpPr>
            <a:spLocks noGrp="1"/>
          </p:cNvSpPr>
          <p:nvPr>
            <p:ph type="body" sz="quarter" idx="31" hasCustomPrompt="1"/>
          </p:nvPr>
        </p:nvSpPr>
        <p:spPr>
          <a:xfrm>
            <a:off x="6781800" y="2221131"/>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9" name="Text Placeholder 8">
            <a:extLst>
              <a:ext uri="{FF2B5EF4-FFF2-40B4-BE49-F238E27FC236}">
                <a16:creationId xmlns:a16="http://schemas.microsoft.com/office/drawing/2014/main" id="{912A03A2-3A74-FD15-CF3F-EBA0E2810AAD}"/>
              </a:ext>
            </a:extLst>
          </p:cNvPr>
          <p:cNvSpPr>
            <a:spLocks noGrp="1"/>
          </p:cNvSpPr>
          <p:nvPr>
            <p:ph type="body" sz="quarter" idx="32" hasCustomPrompt="1"/>
          </p:nvPr>
        </p:nvSpPr>
        <p:spPr>
          <a:xfrm>
            <a:off x="6781800" y="3181274"/>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11" name="Text Placeholder 8">
            <a:extLst>
              <a:ext uri="{FF2B5EF4-FFF2-40B4-BE49-F238E27FC236}">
                <a16:creationId xmlns:a16="http://schemas.microsoft.com/office/drawing/2014/main" id="{4092034A-AB99-FC32-2C52-DD41926C65CE}"/>
              </a:ext>
            </a:extLst>
          </p:cNvPr>
          <p:cNvSpPr>
            <a:spLocks noGrp="1"/>
          </p:cNvSpPr>
          <p:nvPr>
            <p:ph type="body" sz="quarter" idx="33" hasCustomPrompt="1"/>
          </p:nvPr>
        </p:nvSpPr>
        <p:spPr>
          <a:xfrm>
            <a:off x="6781800" y="4107004"/>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13" name="Text Placeholder 8">
            <a:extLst>
              <a:ext uri="{FF2B5EF4-FFF2-40B4-BE49-F238E27FC236}">
                <a16:creationId xmlns:a16="http://schemas.microsoft.com/office/drawing/2014/main" id="{5DD91A26-74C1-0FFC-9ADE-22A82B4FBAE9}"/>
              </a:ext>
            </a:extLst>
          </p:cNvPr>
          <p:cNvSpPr>
            <a:spLocks noGrp="1"/>
          </p:cNvSpPr>
          <p:nvPr>
            <p:ph type="body" sz="quarter" idx="34" hasCustomPrompt="1"/>
          </p:nvPr>
        </p:nvSpPr>
        <p:spPr>
          <a:xfrm>
            <a:off x="6781800" y="5040531"/>
            <a:ext cx="4953000" cy="583095"/>
          </a:xfrm>
          <a:prstGeom prst="rect">
            <a:avLst/>
          </a:prstGeom>
        </p:spPr>
        <p:txBody>
          <a:bodyPr lIns="0" tIns="0" rIns="0" bIns="0" anchor="ctr">
            <a:noAutofit/>
          </a:bodyPr>
          <a:lstStyle>
            <a:lvl1pPr marL="0" indent="0">
              <a:buNone/>
              <a:defRPr sz="1600" b="1" i="0">
                <a:solidFill>
                  <a:schemeClr val="accent1"/>
                </a:solidFill>
                <a:latin typeface="Calibri" panose="020F0502020204030204" pitchFamily="34" charset="0"/>
                <a:ea typeface="Roboto" pitchFamily="2" charset="0"/>
                <a:cs typeface="Calibri" panose="020F0502020204030204" pitchFamily="34" charset="0"/>
              </a:defRPr>
            </a:lvl1pPr>
          </a:lstStyle>
          <a:p>
            <a:pPr lvl="0"/>
            <a:r>
              <a:rPr lang="en-US" noProof="0"/>
              <a:t>Click to add subtitle</a:t>
            </a:r>
          </a:p>
        </p:txBody>
      </p:sp>
      <p:sp>
        <p:nvSpPr>
          <p:cNvPr id="4" name="Footer Placeholder 3">
            <a:extLst>
              <a:ext uri="{FF2B5EF4-FFF2-40B4-BE49-F238E27FC236}">
                <a16:creationId xmlns:a16="http://schemas.microsoft.com/office/drawing/2014/main" id="{DF20E4D7-12AC-3E80-1304-2C34B8D0168C}"/>
              </a:ext>
            </a:extLst>
          </p:cNvPr>
          <p:cNvSpPr>
            <a:spLocks noGrp="1"/>
          </p:cNvSpPr>
          <p:nvPr>
            <p:ph type="ftr" sz="quarter" idx="10"/>
          </p:nvPr>
        </p:nvSpPr>
        <p:spPr>
          <a:xfrm>
            <a:off x="4648201" y="6399314"/>
            <a:ext cx="7073900" cy="363599"/>
          </a:xfrm>
          <a:prstGeom prst="rect">
            <a:avLst/>
          </a:prstGeom>
        </p:spPr>
        <p:txBody>
          <a:bodyPr/>
          <a:lstStyle/>
          <a:p>
            <a:pPr algn="r"/>
            <a:r>
              <a:rPr lang="en-US"/>
              <a:t>Unclassified | Non-CUI | Date Submitted: XX June, 2023</a:t>
            </a:r>
          </a:p>
        </p:txBody>
      </p:sp>
      <p:sp>
        <p:nvSpPr>
          <p:cNvPr id="70" name="Title 69">
            <a:extLst>
              <a:ext uri="{FF2B5EF4-FFF2-40B4-BE49-F238E27FC236}">
                <a16:creationId xmlns:a16="http://schemas.microsoft.com/office/drawing/2014/main" id="{BC183650-C976-23E2-616A-6C496A5BFE9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3865456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648201" y="6399314"/>
            <a:ext cx="7073900" cy="363599"/>
          </a:xfrm>
          <a:prstGeom prst="rect">
            <a:avLst/>
          </a:prstGeom>
        </p:spPr>
        <p:txBody>
          <a:bodyPr/>
          <a:lstStyle/>
          <a:p>
            <a:r>
              <a:rPr lang="en-US"/>
              <a:t>Unclassified | Non-CUI | Date Submitted: XX June, 2023</a:t>
            </a:r>
          </a:p>
        </p:txBody>
      </p:sp>
    </p:spTree>
    <p:extLst>
      <p:ext uri="{BB962C8B-B14F-4D97-AF65-F5344CB8AC3E}">
        <p14:creationId xmlns:p14="http://schemas.microsoft.com/office/powerpoint/2010/main" val="14930936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6"/>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B88C10AF-E0EB-B6D5-84C2-D28E1ED7EEAC}"/>
              </a:ext>
            </a:extLst>
          </p:cNvPr>
          <p:cNvGraphicFramePr>
            <a:graphicFrameLocks noChangeAspect="1"/>
          </p:cNvGraphicFramePr>
          <p:nvPr userDrawn="1">
            <p:custDataLst>
              <p:tags r:id="rId1"/>
            </p:custDataLst>
            <p:extLst>
              <p:ext uri="{D42A27DB-BD31-4B8C-83A1-F6EECF244321}">
                <p14:modId xmlns:p14="http://schemas.microsoft.com/office/powerpoint/2010/main" val="3385033594"/>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a:extLst>
                          <a:ext uri="{FF2B5EF4-FFF2-40B4-BE49-F238E27FC236}">
                            <a16:creationId xmlns:a16="http://schemas.microsoft.com/office/drawing/2014/main" id="{B88C10AF-E0EB-B6D5-84C2-D28E1ED7EEA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1DBE10E1-F974-1C13-CBCD-C6B9FB5996DA}"/>
              </a:ext>
            </a:extLst>
          </p:cNvPr>
          <p:cNvPicPr>
            <a:picLocks noChangeAspect="1"/>
          </p:cNvPicPr>
          <p:nvPr userDrawn="1"/>
        </p:nvPicPr>
        <p:blipFill rotWithShape="1">
          <a:blip r:embed="rId5" cstate="hqprint">
            <a:extLst>
              <a:ext uri="{28A0092B-C50C-407E-A947-70E740481C1C}">
                <a14:useLocalDpi xmlns:a14="http://schemas.microsoft.com/office/drawing/2010/main"/>
              </a:ext>
            </a:extLst>
          </a:blip>
          <a:srcRect/>
          <a:stretch/>
        </p:blipFill>
        <p:spPr>
          <a:xfrm>
            <a:off x="0" y="6331634"/>
            <a:ext cx="12192000" cy="526367"/>
          </a:xfrm>
          <a:prstGeom prst="rect">
            <a:avLst/>
          </a:prstGeom>
        </p:spPr>
      </p:pic>
      <p:grpSp>
        <p:nvGrpSpPr>
          <p:cNvPr id="4" name="Group 3">
            <a:extLst>
              <a:ext uri="{FF2B5EF4-FFF2-40B4-BE49-F238E27FC236}">
                <a16:creationId xmlns:a16="http://schemas.microsoft.com/office/drawing/2014/main" id="{0986C4D2-8612-F419-E10B-7F8F0F5F4224}"/>
              </a:ext>
            </a:extLst>
          </p:cNvPr>
          <p:cNvGrpSpPr/>
          <p:nvPr userDrawn="1"/>
        </p:nvGrpSpPr>
        <p:grpSpPr>
          <a:xfrm>
            <a:off x="10102801" y="6402976"/>
            <a:ext cx="1877099" cy="383683"/>
            <a:chOff x="4316047" y="465164"/>
            <a:chExt cx="2138950" cy="437204"/>
          </a:xfrm>
        </p:grpSpPr>
        <p:pic>
          <p:nvPicPr>
            <p:cNvPr id="5" name="Picture 4" descr="Logo&#10;&#10;Description automatically generated with medium confidence">
              <a:extLst>
                <a:ext uri="{FF2B5EF4-FFF2-40B4-BE49-F238E27FC236}">
                  <a16:creationId xmlns:a16="http://schemas.microsoft.com/office/drawing/2014/main" id="{6C78A546-616C-BC07-0BA2-88D8B5F2E080}"/>
                </a:ext>
              </a:extLst>
            </p:cNvPr>
            <p:cNvPicPr>
              <a:picLocks noChangeAspect="1"/>
            </p:cNvPicPr>
            <p:nvPr/>
          </p:nvPicPr>
          <p:blipFill>
            <a:blip r:embed="rId6" cstate="hqprint">
              <a:extLst>
                <a:ext uri="{BEBA8EAE-BF5A-486C-A8C5-ECC9F3942E4B}">
                  <a14:imgProps xmlns:a14="http://schemas.microsoft.com/office/drawing/2010/main">
                    <a14:imgLayer r:embed="rId7">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4843129" y="527177"/>
              <a:ext cx="1611868" cy="319016"/>
            </a:xfrm>
            <a:prstGeom prst="rect">
              <a:avLst/>
            </a:prstGeom>
          </p:spPr>
        </p:pic>
        <p:pic>
          <p:nvPicPr>
            <p:cNvPr id="6" name="Picture 5" descr="Icon&#10;&#10;Description automatically generated">
              <a:extLst>
                <a:ext uri="{FF2B5EF4-FFF2-40B4-BE49-F238E27FC236}">
                  <a16:creationId xmlns:a16="http://schemas.microsoft.com/office/drawing/2014/main" id="{54D4169C-0FF2-976F-33FD-E24028E897A5}"/>
                </a:ext>
              </a:extLst>
            </p:cNvPr>
            <p:cNvPicPr>
              <a:picLocks noChangeAspect="1"/>
            </p:cNvPicPr>
            <p:nvPr/>
          </p:nvPicPr>
          <p:blipFill>
            <a:blip r:embed="rId8" cstate="hqprint">
              <a:extLst>
                <a:ext uri="{BEBA8EAE-BF5A-486C-A8C5-ECC9F3942E4B}">
                  <a14:imgProps xmlns:a14="http://schemas.microsoft.com/office/drawing/2010/main">
                    <a14:imgLayer r:embed="rId9">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4316047" y="465164"/>
              <a:ext cx="437203" cy="437204"/>
            </a:xfrm>
            <a:prstGeom prst="rect">
              <a:avLst/>
            </a:prstGeom>
          </p:spPr>
        </p:pic>
      </p:grpSp>
      <p:sp>
        <p:nvSpPr>
          <p:cNvPr id="7" name="Slide Number Placeholder 3">
            <a:extLst>
              <a:ext uri="{FF2B5EF4-FFF2-40B4-BE49-F238E27FC236}">
                <a16:creationId xmlns:a16="http://schemas.microsoft.com/office/drawing/2014/main" id="{08C394C0-5CB4-D28D-20F2-600C28CB2391}"/>
              </a:ext>
            </a:extLst>
          </p:cNvPr>
          <p:cNvSpPr>
            <a:spLocks noGrp="1"/>
          </p:cNvSpPr>
          <p:nvPr>
            <p:ph type="sldNum" sz="quarter" idx="12"/>
          </p:nvPr>
        </p:nvSpPr>
        <p:spPr>
          <a:xfrm>
            <a:off x="78725" y="6393862"/>
            <a:ext cx="685800" cy="365125"/>
          </a:xfrm>
        </p:spPr>
        <p:txBody>
          <a:bodyPr/>
          <a:lstStyle>
            <a:lvl1pPr>
              <a:defRPr>
                <a:solidFill>
                  <a:schemeClr val="bg1"/>
                </a:solidFill>
              </a:defRPr>
            </a:lvl1pPr>
          </a:lstStyle>
          <a:p>
            <a:fld id="{A6308997-FD76-4389-9E97-AD17D399FAF3}" type="slidenum">
              <a:rPr lang="en-US" smtClean="0"/>
              <a:pPr/>
              <a:t>‹#›</a:t>
            </a:fld>
            <a:endParaRPr lang="en-US"/>
          </a:p>
        </p:txBody>
      </p:sp>
      <p:sp>
        <p:nvSpPr>
          <p:cNvPr id="8" name="Google Shape;20;p4">
            <a:extLst>
              <a:ext uri="{FF2B5EF4-FFF2-40B4-BE49-F238E27FC236}">
                <a16:creationId xmlns:a16="http://schemas.microsoft.com/office/drawing/2014/main" id="{BF73A229-94D2-25C1-DDAC-99510F1775A2}"/>
              </a:ext>
            </a:extLst>
          </p:cNvPr>
          <p:cNvSpPr txBox="1">
            <a:spLocks noGrp="1"/>
          </p:cNvSpPr>
          <p:nvPr>
            <p:ph type="title"/>
          </p:nvPr>
        </p:nvSpPr>
        <p:spPr>
          <a:xfrm>
            <a:off x="421625" y="367223"/>
            <a:ext cx="11360800" cy="430887"/>
          </a:xfrm>
          <a:prstGeom prst="rect">
            <a:avLst/>
          </a:prstGeom>
        </p:spPr>
        <p:txBody>
          <a:bodyPr spcFirstLastPara="1" wrap="square" lIns="0" tIns="0" rIns="0" bIns="0" anchor="t" anchorCtr="0">
            <a:spAutoFit/>
          </a:bodyPr>
          <a:lstStyle>
            <a:lvl1pPr lvl="0" algn="l" rtl="0">
              <a:lnSpc>
                <a:spcPct val="100000"/>
              </a:lnSpc>
              <a:spcBef>
                <a:spcPts val="0"/>
              </a:spcBef>
              <a:spcAft>
                <a:spcPts val="0"/>
              </a:spcAft>
              <a:buClr>
                <a:schemeClr val="lt1"/>
              </a:buClr>
              <a:buSzPts val="2300"/>
              <a:buFontTx/>
              <a:buNone/>
              <a:defRPr sz="2800">
                <a:solidFill>
                  <a:schemeClr val="tx1"/>
                </a:solidFill>
                <a:latin typeface="Poppins SemiBold" panose="00000700000000000000" pitchFamily="2" charset="0"/>
                <a:ea typeface="Poppins SemiBold" panose="00000700000000000000" pitchFamily="2" charset="0"/>
                <a:cs typeface="Poppins SemiBold" panose="00000700000000000000" pitchFamily="2" charset="0"/>
                <a:sym typeface="Poppins SemiBold"/>
              </a:defRPr>
            </a:lvl1pPr>
            <a:lvl2pPr lvl="1" rtl="0">
              <a:lnSpc>
                <a:spcPct val="115000"/>
              </a:lnSpc>
              <a:spcBef>
                <a:spcPts val="0"/>
              </a:spcBef>
              <a:spcAft>
                <a:spcPts val="0"/>
              </a:spcAft>
              <a:buSzPts val="1400"/>
              <a:buChar char="○"/>
              <a:defRPr/>
            </a:lvl2pPr>
            <a:lvl3pPr lvl="2" rtl="0">
              <a:lnSpc>
                <a:spcPct val="115000"/>
              </a:lnSpc>
              <a:spcBef>
                <a:spcPts val="0"/>
              </a:spcBef>
              <a:spcAft>
                <a:spcPts val="0"/>
              </a:spcAft>
              <a:buSzPts val="1400"/>
              <a:buChar char="■"/>
              <a:defRPr/>
            </a:lvl3pPr>
            <a:lvl4pPr lvl="3" rtl="0">
              <a:lnSpc>
                <a:spcPct val="115000"/>
              </a:lnSpc>
              <a:spcBef>
                <a:spcPts val="0"/>
              </a:spcBef>
              <a:spcAft>
                <a:spcPts val="0"/>
              </a:spcAft>
              <a:buSzPts val="1400"/>
              <a:buChar char="●"/>
              <a:defRPr/>
            </a:lvl4pPr>
            <a:lvl5pPr lvl="4" rtl="0">
              <a:lnSpc>
                <a:spcPct val="115000"/>
              </a:lnSpc>
              <a:spcBef>
                <a:spcPts val="0"/>
              </a:spcBef>
              <a:spcAft>
                <a:spcPts val="0"/>
              </a:spcAft>
              <a:buSzPts val="1400"/>
              <a:buChar char="○"/>
              <a:defRPr/>
            </a:lvl5pPr>
            <a:lvl6pPr lvl="5" rtl="0">
              <a:lnSpc>
                <a:spcPct val="115000"/>
              </a:lnSpc>
              <a:spcBef>
                <a:spcPts val="0"/>
              </a:spcBef>
              <a:spcAft>
                <a:spcPts val="0"/>
              </a:spcAft>
              <a:buSzPts val="1400"/>
              <a:buChar char="■"/>
              <a:defRPr/>
            </a:lvl6pPr>
            <a:lvl7pPr lvl="6" rtl="0">
              <a:lnSpc>
                <a:spcPct val="115000"/>
              </a:lnSpc>
              <a:spcBef>
                <a:spcPts val="0"/>
              </a:spcBef>
              <a:spcAft>
                <a:spcPts val="0"/>
              </a:spcAft>
              <a:buSzPts val="1400"/>
              <a:buChar char="●"/>
              <a:defRPr/>
            </a:lvl7pPr>
            <a:lvl8pPr lvl="7" rtl="0">
              <a:lnSpc>
                <a:spcPct val="115000"/>
              </a:lnSpc>
              <a:spcBef>
                <a:spcPts val="0"/>
              </a:spcBef>
              <a:spcAft>
                <a:spcPts val="0"/>
              </a:spcAft>
              <a:buSzPts val="1400"/>
              <a:buChar char="○"/>
              <a:defRPr/>
            </a:lvl8pPr>
            <a:lvl9pPr lvl="8" rtl="0">
              <a:lnSpc>
                <a:spcPct val="115000"/>
              </a:lnSpc>
              <a:spcBef>
                <a:spcPts val="0"/>
              </a:spcBef>
              <a:spcAft>
                <a:spcPts val="0"/>
              </a:spcAft>
              <a:buSzPts val="1400"/>
              <a:buChar char="■"/>
              <a:defRPr/>
            </a:lvl9pPr>
          </a:lstStyle>
          <a:p>
            <a:endParaRPr/>
          </a:p>
        </p:txBody>
      </p:sp>
      <p:sp>
        <p:nvSpPr>
          <p:cNvPr id="9" name="Google Shape;32;g2b25bac7644_2_324">
            <a:extLst>
              <a:ext uri="{FF2B5EF4-FFF2-40B4-BE49-F238E27FC236}">
                <a16:creationId xmlns:a16="http://schemas.microsoft.com/office/drawing/2014/main" id="{099732DE-E68C-5B33-F2AE-6563EF49CCE2}"/>
              </a:ext>
            </a:extLst>
          </p:cNvPr>
          <p:cNvSpPr txBox="1">
            <a:spLocks noGrp="1"/>
          </p:cNvSpPr>
          <p:nvPr>
            <p:ph type="body" idx="1"/>
          </p:nvPr>
        </p:nvSpPr>
        <p:spPr>
          <a:xfrm>
            <a:off x="408561" y="1215343"/>
            <a:ext cx="11374800" cy="4886000"/>
          </a:xfrm>
          <a:prstGeom prst="rect">
            <a:avLst/>
          </a:prstGeom>
          <a:noFill/>
          <a:ln>
            <a:noFill/>
          </a:ln>
        </p:spPr>
        <p:txBody>
          <a:bodyPr spcFirstLastPara="1" wrap="square" lIns="68575" tIns="34275" rIns="68575" bIns="34275" anchor="t" anchorCtr="0">
            <a:normAutofit/>
          </a:bodyPr>
          <a:lstStyle>
            <a:lvl1pPr marL="609570" lvl="0" indent="-491042" algn="l">
              <a:lnSpc>
                <a:spcPct val="90000"/>
              </a:lnSpc>
              <a:spcBef>
                <a:spcPts val="1200"/>
              </a:spcBef>
              <a:spcAft>
                <a:spcPts val="0"/>
              </a:spcAft>
              <a:buClr>
                <a:srgbClr val="595959"/>
              </a:buClr>
              <a:buSzPts val="2200"/>
              <a:buFont typeface="Arial"/>
              <a:buChar char="•"/>
              <a:defRPr sz="2400">
                <a:solidFill>
                  <a:srgbClr val="595959"/>
                </a:solidFill>
                <a:latin typeface="Open Sans"/>
                <a:ea typeface="Open Sans"/>
                <a:cs typeface="Open Sans"/>
                <a:sym typeface="Open Sans"/>
              </a:defRPr>
            </a:lvl1pPr>
            <a:lvl2pPr marL="1219140" lvl="1" indent="-406381" algn="l">
              <a:lnSpc>
                <a:spcPct val="90000"/>
              </a:lnSpc>
              <a:spcBef>
                <a:spcPts val="533"/>
              </a:spcBef>
              <a:spcAft>
                <a:spcPts val="0"/>
              </a:spcAft>
              <a:buClr>
                <a:srgbClr val="FF5000"/>
              </a:buClr>
              <a:buSzPts val="1200"/>
              <a:buFont typeface="Courier New"/>
              <a:buChar char="o"/>
              <a:defRPr sz="2000">
                <a:solidFill>
                  <a:srgbClr val="595959"/>
                </a:solidFill>
                <a:latin typeface="Open Sans"/>
                <a:ea typeface="Open Sans"/>
                <a:cs typeface="Open Sans"/>
                <a:sym typeface="Open Sans"/>
              </a:defRPr>
            </a:lvl2pPr>
            <a:lvl3pPr marL="1828709" lvl="2" indent="-423312" algn="l">
              <a:lnSpc>
                <a:spcPct val="90000"/>
              </a:lnSpc>
              <a:spcBef>
                <a:spcPts val="533"/>
              </a:spcBef>
              <a:spcAft>
                <a:spcPts val="0"/>
              </a:spcAft>
              <a:buClr>
                <a:srgbClr val="FF5000"/>
              </a:buClr>
              <a:buSzPts val="1400"/>
              <a:buChar char="•"/>
              <a:defRPr sz="1867">
                <a:solidFill>
                  <a:srgbClr val="595959"/>
                </a:solidFill>
                <a:latin typeface="Open Sans"/>
                <a:ea typeface="Open Sans"/>
                <a:cs typeface="Open Sans"/>
                <a:sym typeface="Open Sans"/>
              </a:defRPr>
            </a:lvl3pPr>
            <a:lvl4pPr marL="2438278" lvl="3" indent="-389448" algn="l">
              <a:lnSpc>
                <a:spcPct val="90000"/>
              </a:lnSpc>
              <a:spcBef>
                <a:spcPts val="533"/>
              </a:spcBef>
              <a:spcAft>
                <a:spcPts val="0"/>
              </a:spcAft>
              <a:buClr>
                <a:srgbClr val="595959"/>
              </a:buClr>
              <a:buSzPts val="1000"/>
              <a:buFont typeface="Noto Sans Symbols"/>
              <a:buChar char="⮚"/>
              <a:defRPr sz="1600">
                <a:solidFill>
                  <a:srgbClr val="595959"/>
                </a:solidFill>
                <a:latin typeface="Open Sans"/>
                <a:ea typeface="Open Sans"/>
                <a:cs typeface="Open Sans"/>
                <a:sym typeface="Open Sans"/>
              </a:defRPr>
            </a:lvl4pPr>
            <a:lvl5pPr marL="3047848" lvl="4" indent="-397913" algn="l">
              <a:lnSpc>
                <a:spcPct val="90000"/>
              </a:lnSpc>
              <a:spcBef>
                <a:spcPts val="533"/>
              </a:spcBef>
              <a:spcAft>
                <a:spcPts val="0"/>
              </a:spcAft>
              <a:buClr>
                <a:srgbClr val="595959"/>
              </a:buClr>
              <a:buSzPts val="1100"/>
              <a:buFont typeface="Noto Sans Symbols"/>
              <a:buChar char="✔"/>
              <a:defRPr sz="1467">
                <a:solidFill>
                  <a:srgbClr val="595959"/>
                </a:solidFill>
                <a:latin typeface="Open Sans"/>
                <a:ea typeface="Open Sans"/>
                <a:cs typeface="Open Sans"/>
                <a:sym typeface="Open Sans"/>
              </a:defRPr>
            </a:lvl5pPr>
            <a:lvl6pPr marL="3657418" lvl="5" indent="-423312" algn="l">
              <a:lnSpc>
                <a:spcPct val="90000"/>
              </a:lnSpc>
              <a:spcBef>
                <a:spcPts val="533"/>
              </a:spcBef>
              <a:spcAft>
                <a:spcPts val="0"/>
              </a:spcAft>
              <a:buClr>
                <a:schemeClr val="dk1"/>
              </a:buClr>
              <a:buSzPts val="1400"/>
              <a:buChar char="•"/>
              <a:defRPr/>
            </a:lvl6pPr>
            <a:lvl7pPr marL="4266987" lvl="6" indent="-423312" algn="l">
              <a:lnSpc>
                <a:spcPct val="90000"/>
              </a:lnSpc>
              <a:spcBef>
                <a:spcPts val="533"/>
              </a:spcBef>
              <a:spcAft>
                <a:spcPts val="0"/>
              </a:spcAft>
              <a:buClr>
                <a:schemeClr val="dk1"/>
              </a:buClr>
              <a:buSzPts val="1400"/>
              <a:buChar char="•"/>
              <a:defRPr/>
            </a:lvl7pPr>
            <a:lvl8pPr marL="4876557" lvl="7" indent="-423312" algn="l">
              <a:lnSpc>
                <a:spcPct val="90000"/>
              </a:lnSpc>
              <a:spcBef>
                <a:spcPts val="533"/>
              </a:spcBef>
              <a:spcAft>
                <a:spcPts val="0"/>
              </a:spcAft>
              <a:buClr>
                <a:schemeClr val="dk1"/>
              </a:buClr>
              <a:buSzPts val="1400"/>
              <a:buChar char="•"/>
              <a:defRPr/>
            </a:lvl8pPr>
            <a:lvl9pPr marL="5486126" lvl="8" indent="-423312" algn="l">
              <a:lnSpc>
                <a:spcPct val="90000"/>
              </a:lnSpc>
              <a:spcBef>
                <a:spcPts val="533"/>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8894432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tags" Target="../tags/tag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image" Target="../media/image5.png"/><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image" Target="../media/image4.em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tags" Target="../tags/tag2.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theme" Target="../theme/theme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image" Target="../media/image8.png"/><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image" Target="../media/image4.emf"/><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158343" y="49643"/>
            <a:ext cx="10405969" cy="868325"/>
          </a:xfrm>
          <a:prstGeom prst="rect">
            <a:avLst/>
          </a:prstGeom>
          <a:noFill/>
          <a:ln>
            <a:noFill/>
          </a:ln>
        </p:spPr>
        <p:txBody>
          <a:bodyPr spcFirstLastPara="1" wrap="square" lIns="50800" tIns="50800" rIns="50800" bIns="50800" anchor="ctr" anchorCtr="0">
            <a:normAutofit/>
          </a:bodyPr>
          <a:lstStyle>
            <a:lvl1pPr marR="0" lvl="0" algn="l" rtl="0">
              <a:lnSpc>
                <a:spcPct val="100000"/>
              </a:lnSpc>
              <a:spcBef>
                <a:spcPts val="0"/>
              </a:spcBef>
              <a:spcAft>
                <a:spcPts val="0"/>
              </a:spcAft>
              <a:buClr>
                <a:srgbClr val="000000"/>
              </a:buClr>
              <a:buSzPts val="4800"/>
              <a:buFont typeface="Helvetica Neue"/>
              <a:buNone/>
              <a:defRPr sz="4800" b="1"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l"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28"/>
          <p:cNvSpPr txBox="1">
            <a:spLocks noGrp="1"/>
          </p:cNvSpPr>
          <p:nvPr>
            <p:ph type="sldNum" idx="12"/>
          </p:nvPr>
        </p:nvSpPr>
        <p:spPr>
          <a:xfrm>
            <a:off x="11637711" y="6461315"/>
            <a:ext cx="490219" cy="315599"/>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600"/>
              <a:buFont typeface="Helvetica Neue"/>
              <a:buNone/>
              <a:defRPr sz="1384" b="1" i="0" u="none" strike="noStrike" cap="none">
                <a:solidFill>
                  <a:srgbClr val="000000"/>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
        <p:nvSpPr>
          <p:cNvPr id="8" name="Google Shape;8;p28"/>
          <p:cNvSpPr txBox="1">
            <a:spLocks noGrp="1"/>
          </p:cNvSpPr>
          <p:nvPr>
            <p:ph type="body" idx="1"/>
          </p:nvPr>
        </p:nvSpPr>
        <p:spPr>
          <a:xfrm>
            <a:off x="892969" y="988095"/>
            <a:ext cx="10405969" cy="5253809"/>
          </a:xfrm>
          <a:prstGeom prst="rect">
            <a:avLst/>
          </a:prstGeom>
          <a:noFill/>
          <a:ln>
            <a:noFill/>
          </a:ln>
        </p:spPr>
        <p:txBody>
          <a:bodyPr spcFirstLastPara="1" wrap="square" lIns="50800" tIns="50800" rIns="50800" bIns="50800" anchor="t" anchorCtr="0">
            <a:normAutofit/>
          </a:bodyPr>
          <a:lstStyle>
            <a:lvl1pPr marL="457200" marR="0" lvl="0"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1pPr>
            <a:lvl2pPr marL="914400" marR="0" lvl="1"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2pPr>
            <a:lvl3pPr marL="1371600" marR="0" lvl="2"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3pPr>
            <a:lvl4pPr marL="1828800" marR="0" lvl="3"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4pPr>
            <a:lvl5pPr marL="2286000" marR="0" lvl="4"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5pPr>
            <a:lvl6pPr marL="2743200" marR="0" lvl="5"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6pPr>
            <a:lvl7pPr marL="3200400" marR="0" lvl="6"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7pPr>
            <a:lvl8pPr marL="3657600" marR="0" lvl="7"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8pPr>
            <a:lvl9pPr marL="4114800" marR="0" lvl="8" indent="-330200" algn="l" rtl="0">
              <a:lnSpc>
                <a:spcPct val="100000"/>
              </a:lnSpc>
              <a:spcBef>
                <a:spcPts val="1200"/>
              </a:spcBef>
              <a:spcAft>
                <a:spcPts val="0"/>
              </a:spcAft>
              <a:buClr>
                <a:srgbClr val="000000"/>
              </a:buClr>
              <a:buSzPts val="1600"/>
              <a:buFont typeface="Helvetica Neue"/>
              <a:buChar char="•"/>
              <a:defRPr sz="1600" b="0" i="0" u="none" strike="noStrike" cap="none">
                <a:solidFill>
                  <a:srgbClr val="000000"/>
                </a:solidFill>
                <a:latin typeface="Helvetica Neue"/>
                <a:ea typeface="Helvetica Neue"/>
                <a:cs typeface="Helvetica Neue"/>
                <a:sym typeface="Helvetica Neue"/>
              </a:defRPr>
            </a:lvl9pPr>
          </a:lstStyle>
          <a:p>
            <a:endParaRPr/>
          </a:p>
        </p:txBody>
      </p:sp>
    </p:spTree>
    <p:extLst>
      <p:ext uri="{BB962C8B-B14F-4D97-AF65-F5344CB8AC3E}">
        <p14:creationId xmlns:p14="http://schemas.microsoft.com/office/powerpoint/2010/main" val="2893449653"/>
      </p:ext>
    </p:extLst>
  </p:cSld>
  <p:clrMap bg1="lt1" tx1="dk1" bg2="dk2" tx2="lt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36" r:id="rId7"/>
    <p:sldLayoutId id="21474837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11"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bg object 16">
            <a:extLst>
              <a:ext uri="{FF2B5EF4-FFF2-40B4-BE49-F238E27FC236}">
                <a16:creationId xmlns:a16="http://schemas.microsoft.com/office/drawing/2014/main" id="{3E1FA689-CDB1-D7A4-6AE6-16BBEFB02501}"/>
              </a:ext>
            </a:extLst>
          </p:cNvPr>
          <p:cNvSpPr/>
          <p:nvPr userDrawn="1"/>
        </p:nvSpPr>
        <p:spPr>
          <a:xfrm>
            <a:off x="0" y="6299201"/>
            <a:ext cx="12192000" cy="558800"/>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chemeClr val="accent2"/>
          </a:solidFill>
        </p:spPr>
        <p:txBody>
          <a:bodyPr wrap="square" lIns="0" tIns="0" rIns="0" bIns="0" rtlCol="0"/>
          <a:lstStyle/>
          <a:p>
            <a:endParaRPr sz="2400">
              <a:latin typeface="Roboto" pitchFamily="2" charset="0"/>
              <a:ea typeface="Roboto" pitchFamily="2" charset="0"/>
            </a:endParaRPr>
          </a:p>
        </p:txBody>
      </p:sp>
      <p:graphicFrame>
        <p:nvGraphicFramePr>
          <p:cNvPr id="4" name="Object 3" hidden="1"/>
          <p:cNvGraphicFramePr>
            <a:graphicFrameLocks noChangeAspect="1"/>
          </p:cNvGraphicFramePr>
          <p:nvPr>
            <p:custDataLst>
              <p:tags r:id="rId21"/>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22" imgW="270" imgH="270" progId="TCLayout.ActiveDocument.1">
                  <p:embed/>
                </p:oleObj>
              </mc:Choice>
              <mc:Fallback>
                <p:oleObj name="think-cell Slide" r:id="rId22" imgW="270" imgH="270" progId="TCLayout.ActiveDocument.1">
                  <p:embed/>
                  <p:pic>
                    <p:nvPicPr>
                      <p:cNvPr id="4" name="Object 3" hidden="1"/>
                      <p:cNvPicPr/>
                      <p:nvPr/>
                    </p:nvPicPr>
                    <p:blipFill>
                      <a:blip r:embed="rId23"/>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7"/>
            <a:ext cx="11252200" cy="740413"/>
          </a:xfrm>
          <a:prstGeom prst="rect">
            <a:avLst/>
          </a:prstGeom>
        </p:spPr>
        <p:txBody>
          <a:bodyPr vert="horz" lIns="91440" tIns="0" rIns="0" bIns="0" rtlCol="0" anchor="ctr" anchorCtr="0">
            <a:noAutofit/>
          </a:bodyPr>
          <a:lstStyle/>
          <a:p>
            <a:r>
              <a:rPr lang="en-US" noProof="0"/>
              <a:t>Click to edit Master title style</a:t>
            </a:r>
          </a:p>
        </p:txBody>
      </p:sp>
      <p:sp>
        <p:nvSpPr>
          <p:cNvPr id="19" name="Text Placeholder 18"/>
          <p:cNvSpPr>
            <a:spLocks noGrp="1"/>
          </p:cNvSpPr>
          <p:nvPr>
            <p:ph type="body" idx="1"/>
          </p:nvPr>
        </p:nvSpPr>
        <p:spPr>
          <a:xfrm>
            <a:off x="469900" y="1295401"/>
            <a:ext cx="11252200" cy="4826000"/>
          </a:xfrm>
          <a:prstGeom prst="rect">
            <a:avLst/>
          </a:prstGeom>
        </p:spPr>
        <p:txBody>
          <a:bodyPr vert="horz" lIns="9144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Box 11"/>
          <p:cNvSpPr txBox="1"/>
          <p:nvPr userDrawn="1"/>
        </p:nvSpPr>
        <p:spPr>
          <a:xfrm>
            <a:off x="11639713" y="6408616"/>
            <a:ext cx="458503" cy="323035"/>
          </a:xfrm>
          <a:prstGeom prst="rect">
            <a:avLst/>
          </a:prstGeom>
          <a:noFill/>
        </p:spPr>
        <p:txBody>
          <a:bodyPr wrap="square" lIns="0" tIns="0" rIns="0" bIns="0" rtlCol="0" anchor="ctr">
            <a:noAutofit/>
          </a:bodyPr>
          <a:lstStyle/>
          <a:p>
            <a:pPr marL="0" indent="0" algn="ctr">
              <a:spcBef>
                <a:spcPts val="800"/>
              </a:spcBef>
              <a:buSzPct val="100000"/>
              <a:buFont typeface="Arial"/>
              <a:buNone/>
            </a:pPr>
            <a:fld id="{C58DF478-B544-4ED8-9ED4-6A2648E2D233}" type="slidenum">
              <a:rPr lang="en-US" sz="1200" b="0" i="0" noProof="0" smtClean="0">
                <a:solidFill>
                  <a:schemeClr val="bg2"/>
                </a:solidFill>
                <a:latin typeface="Roboto Lt" pitchFamily="2" charset="0"/>
                <a:ea typeface="Roboto Lt" pitchFamily="2" charset="0"/>
                <a:cs typeface="Calibri" panose="020F0502020204030204" pitchFamily="34" charset="0"/>
              </a:rPr>
              <a:pPr marL="0" indent="0" algn="ctr">
                <a:spcBef>
                  <a:spcPts val="800"/>
                </a:spcBef>
                <a:buSzPct val="100000"/>
                <a:buFont typeface="Arial"/>
                <a:buNone/>
              </a:pPr>
              <a:t>‹#›</a:t>
            </a:fld>
            <a:endParaRPr lang="en-US" sz="1200" b="0" i="0" noProof="0">
              <a:solidFill>
                <a:schemeClr val="bg2"/>
              </a:solidFill>
              <a:latin typeface="Roboto Lt" pitchFamily="2" charset="0"/>
              <a:ea typeface="Roboto Lt" pitchFamily="2" charset="0"/>
              <a:cs typeface="Calibri" panose="020F0502020204030204" pitchFamily="34" charset="0"/>
            </a:endParaRPr>
          </a:p>
        </p:txBody>
      </p:sp>
      <p:sp>
        <p:nvSpPr>
          <p:cNvPr id="3" name="Footer Placeholder 2">
            <a:extLst>
              <a:ext uri="{FF2B5EF4-FFF2-40B4-BE49-F238E27FC236}">
                <a16:creationId xmlns:a16="http://schemas.microsoft.com/office/drawing/2014/main" id="{04CCF51F-BEB4-139F-A0F0-63972139DC27}"/>
              </a:ext>
            </a:extLst>
          </p:cNvPr>
          <p:cNvSpPr>
            <a:spLocks noGrp="1"/>
          </p:cNvSpPr>
          <p:nvPr>
            <p:ph type="ftr" sz="quarter" idx="3"/>
          </p:nvPr>
        </p:nvSpPr>
        <p:spPr>
          <a:xfrm>
            <a:off x="4648201" y="6399314"/>
            <a:ext cx="7073900" cy="363599"/>
          </a:xfrm>
          <a:prstGeom prst="rect">
            <a:avLst/>
          </a:prstGeom>
        </p:spPr>
        <p:txBody>
          <a:bodyPr vert="horz" lIns="91440" tIns="45720" rIns="91440" bIns="45720" rtlCol="0" anchor="ctr"/>
          <a:lstStyle>
            <a:lvl1pPr algn="l">
              <a:defRPr sz="1200" b="0" i="0">
                <a:solidFill>
                  <a:schemeClr val="bg2"/>
                </a:solidFill>
                <a:latin typeface="Roboto Lt" pitchFamily="2" charset="0"/>
                <a:ea typeface="Roboto Lt" pitchFamily="2" charset="0"/>
                <a:cs typeface="Calibri" panose="020F0502020204030204" pitchFamily="34" charset="0"/>
              </a:defRPr>
            </a:lvl1pPr>
          </a:lstStyle>
          <a:p>
            <a:pPr algn="r"/>
            <a:endParaRPr lang="en-US"/>
          </a:p>
        </p:txBody>
      </p:sp>
      <p:sp>
        <p:nvSpPr>
          <p:cNvPr id="8" name="bg object 16">
            <a:extLst>
              <a:ext uri="{FF2B5EF4-FFF2-40B4-BE49-F238E27FC236}">
                <a16:creationId xmlns:a16="http://schemas.microsoft.com/office/drawing/2014/main" id="{38BCA49B-8D11-AA46-3189-EF89077949E5}"/>
              </a:ext>
            </a:extLst>
          </p:cNvPr>
          <p:cNvSpPr/>
          <p:nvPr userDrawn="1"/>
        </p:nvSpPr>
        <p:spPr>
          <a:xfrm>
            <a:off x="0" y="-22121"/>
            <a:ext cx="12192000" cy="411588"/>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chemeClr val="accent2"/>
          </a:solidFill>
        </p:spPr>
        <p:txBody>
          <a:bodyPr wrap="square" lIns="0" tIns="0" rIns="0" bIns="0" rtlCol="0"/>
          <a:lstStyle/>
          <a:p>
            <a:endParaRPr sz="2400"/>
          </a:p>
        </p:txBody>
      </p:sp>
      <p:pic>
        <p:nvPicPr>
          <p:cNvPr id="6" name="Picture 5" descr="A picture containing font, graphics, text, design&#10;&#10;Description automatically generated">
            <a:extLst>
              <a:ext uri="{FF2B5EF4-FFF2-40B4-BE49-F238E27FC236}">
                <a16:creationId xmlns:a16="http://schemas.microsoft.com/office/drawing/2014/main" id="{4473A7A7-A9A8-D0F7-D438-BA4609331556}"/>
              </a:ext>
            </a:extLst>
          </p:cNvPr>
          <p:cNvPicPr>
            <a:picLocks noChangeAspect="1"/>
          </p:cNvPicPr>
          <p:nvPr userDrawn="1"/>
        </p:nvPicPr>
        <p:blipFill rotWithShape="1">
          <a:blip r:embed="rId24"/>
          <a:srcRect l="6941" t="32137" r="7127" b="31671"/>
          <a:stretch/>
        </p:blipFill>
        <p:spPr>
          <a:xfrm>
            <a:off x="457200" y="6400801"/>
            <a:ext cx="2514600" cy="242271"/>
          </a:xfrm>
          <a:prstGeom prst="rect">
            <a:avLst/>
          </a:prstGeom>
        </p:spPr>
      </p:pic>
    </p:spTree>
    <p:extLst>
      <p:ext uri="{BB962C8B-B14F-4D97-AF65-F5344CB8AC3E}">
        <p14:creationId xmlns:p14="http://schemas.microsoft.com/office/powerpoint/2010/main" val="966797920"/>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Lst>
  <p:transition>
    <p:fade/>
  </p:transition>
  <p:hf sldNum="0" hdr="0" ftr="0" dt="0"/>
  <p:txStyles>
    <p:titleStyle>
      <a:lvl1pPr algn="l" defTabSz="1219140" rtl="0" eaLnBrk="1" latinLnBrk="0" hangingPunct="1">
        <a:spcBef>
          <a:spcPct val="0"/>
        </a:spcBef>
        <a:buNone/>
        <a:defRPr sz="2667" b="1" i="0" kern="1200">
          <a:solidFill>
            <a:schemeClr val="tx2"/>
          </a:solidFill>
          <a:latin typeface="Roboto" pitchFamily="2" charset="0"/>
          <a:ea typeface="Roboto" pitchFamily="2" charset="0"/>
          <a:cs typeface="Calibri" panose="020F0502020204030204" pitchFamily="34" charset="0"/>
        </a:defRPr>
      </a:lvl1pPr>
    </p:titleStyle>
    <p:bodyStyle>
      <a:lvl1pPr marL="0" indent="0" algn="l" defTabSz="1219140" rtl="0" eaLnBrk="1" latinLnBrk="0" hangingPunct="1">
        <a:spcBef>
          <a:spcPts val="400"/>
        </a:spcBef>
        <a:spcAft>
          <a:spcPts val="0"/>
        </a:spcAft>
        <a:buSzPct val="100000"/>
        <a:buFontTx/>
        <a:buNone/>
        <a:defRPr sz="1867" b="0" i="0" kern="1200">
          <a:solidFill>
            <a:schemeClr val="accent2">
              <a:lumMod val="75000"/>
            </a:schemeClr>
          </a:solidFill>
          <a:latin typeface="Roboto Lt" pitchFamily="2" charset="0"/>
          <a:ea typeface="Roboto Lt" pitchFamily="2" charset="0"/>
          <a:cs typeface="Calibri" panose="020F0502020204030204" pitchFamily="34" charset="0"/>
        </a:defRPr>
      </a:lvl1pPr>
      <a:lvl2pPr marL="0" indent="0" algn="l" defTabSz="1219140" rtl="0" eaLnBrk="1" latinLnBrk="0" hangingPunct="1">
        <a:spcBef>
          <a:spcPts val="400"/>
        </a:spcBef>
        <a:spcAft>
          <a:spcPts val="0"/>
        </a:spcAft>
        <a:buClr>
          <a:schemeClr val="accent2"/>
        </a:buClr>
        <a:buSzPct val="100000"/>
        <a:buFontTx/>
        <a:buNone/>
        <a:defRPr lang="en-US" sz="1600" b="0" i="0" kern="1200" cap="all" baseline="0" dirty="0" smtClean="0">
          <a:solidFill>
            <a:schemeClr val="accent2"/>
          </a:solidFill>
          <a:latin typeface="Roboto Lt" pitchFamily="2" charset="0"/>
          <a:ea typeface="Roboto Lt" pitchFamily="2" charset="0"/>
          <a:cs typeface="Calibri" panose="020F0502020204030204" pitchFamily="34" charset="0"/>
        </a:defRPr>
      </a:lvl2pPr>
      <a:lvl3pPr marL="232828" indent="-222245" algn="l" defTabSz="1219140" rtl="0" eaLnBrk="1" latinLnBrk="0" hangingPunct="1">
        <a:spcBef>
          <a:spcPts val="400"/>
        </a:spcBef>
        <a:spcAft>
          <a:spcPts val="0"/>
        </a:spcAft>
        <a:buClr>
          <a:schemeClr val="accent2">
            <a:lumMod val="75000"/>
          </a:schemeClr>
        </a:buClr>
        <a:buSzPct val="100000"/>
        <a:buFont typeface="Arial" panose="020B0604020202020204" pitchFamily="34" charset="0"/>
        <a:buChar char="•"/>
        <a:tabLst/>
        <a:defRPr lang="en-US" sz="1600" b="0" i="0" kern="1200" dirty="0" smtClean="0">
          <a:solidFill>
            <a:schemeClr val="tx2"/>
          </a:solidFill>
          <a:latin typeface="Roboto Lt" pitchFamily="2" charset="0"/>
          <a:ea typeface="Roboto Lt" pitchFamily="2" charset="0"/>
          <a:cs typeface="Calibri" panose="020F0502020204030204" pitchFamily="34" charset="0"/>
        </a:defRPr>
      </a:lvl3pPr>
      <a:lvl4pPr marL="385224" indent="-222245" algn="l" defTabSz="1219140" rtl="0" eaLnBrk="1" latinLnBrk="0" hangingPunct="1">
        <a:spcBef>
          <a:spcPts val="400"/>
        </a:spcBef>
        <a:spcAft>
          <a:spcPts val="0"/>
        </a:spcAft>
        <a:buClr>
          <a:schemeClr val="accent5"/>
        </a:buClr>
        <a:buSzPct val="100000"/>
        <a:buFont typeface="Arial" panose="020B0604020202020204" pitchFamily="34" charset="0"/>
        <a:buChar char="•"/>
        <a:tabLst/>
        <a:defRPr lang="en-US" sz="1600" b="0" i="0" kern="1200" baseline="0" dirty="0" smtClean="0">
          <a:solidFill>
            <a:schemeClr val="tx2"/>
          </a:solidFill>
          <a:latin typeface="Roboto Lt" pitchFamily="2" charset="0"/>
          <a:ea typeface="Roboto Lt" pitchFamily="2" charset="0"/>
          <a:cs typeface="Calibri" panose="020F0502020204030204" pitchFamily="34" charset="0"/>
        </a:defRPr>
      </a:lvl4pPr>
      <a:lvl5pPr marL="465655" indent="-152396" algn="l" defTabSz="1064631" rtl="0" eaLnBrk="1" latinLnBrk="0" hangingPunct="1">
        <a:spcBef>
          <a:spcPts val="400"/>
        </a:spcBef>
        <a:spcAft>
          <a:spcPts val="0"/>
        </a:spcAft>
        <a:buClr>
          <a:schemeClr val="accent5"/>
        </a:buClr>
        <a:buSzPct val="100000"/>
        <a:buFont typeface="Arial" panose="020B0604020202020204" pitchFamily="34" charset="0"/>
        <a:buChar char="•"/>
        <a:tabLst/>
        <a:defRPr lang="en-US" sz="1467" b="0" i="0" kern="1200" baseline="0" dirty="0" smtClean="0">
          <a:solidFill>
            <a:schemeClr val="tx2"/>
          </a:solidFill>
          <a:latin typeface="Roboto Lt" pitchFamily="2" charset="0"/>
          <a:ea typeface="Roboto Lt" pitchFamily="2" charset="0"/>
          <a:cs typeface="Calibri" panose="020F0502020204030204" pitchFamily="34" charset="0"/>
        </a:defRPr>
      </a:lvl5pPr>
      <a:lvl6pPr marL="710365" indent="-235189" algn="l" defTabSz="121914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5" indent="-235189" algn="l" defTabSz="121914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5" indent="-235189" algn="l" defTabSz="121914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5" indent="-235189" algn="l" defTabSz="121914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540">
          <p15:clr>
            <a:srgbClr val="F26B43"/>
          </p15:clr>
        </p15:guide>
        <p15:guide id="3" orient="horz" pos="2976">
          <p15:clr>
            <a:srgbClr val="F26B43"/>
          </p15:clr>
        </p15:guide>
        <p15:guide id="5" pos="5544">
          <p15:clr>
            <a:srgbClr val="F26B43"/>
          </p15:clr>
        </p15:guide>
        <p15:guide id="9"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bg object 16">
            <a:extLst>
              <a:ext uri="{FF2B5EF4-FFF2-40B4-BE49-F238E27FC236}">
                <a16:creationId xmlns:a16="http://schemas.microsoft.com/office/drawing/2014/main" id="{3E1FA689-CDB1-D7A4-6AE6-16BBEFB02501}"/>
              </a:ext>
            </a:extLst>
          </p:cNvPr>
          <p:cNvSpPr/>
          <p:nvPr userDrawn="1"/>
        </p:nvSpPr>
        <p:spPr>
          <a:xfrm>
            <a:off x="0" y="6299201"/>
            <a:ext cx="12192000" cy="558800"/>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chemeClr val="accent2"/>
          </a:solidFill>
        </p:spPr>
        <p:txBody>
          <a:bodyPr wrap="square" lIns="0" tIns="0" rIns="0" bIns="0" rtlCol="0"/>
          <a:lstStyle/>
          <a:p>
            <a:endParaRPr sz="2400">
              <a:latin typeface="Roboto" pitchFamily="2" charset="0"/>
              <a:ea typeface="Roboto" pitchFamily="2" charset="0"/>
            </a:endParaRPr>
          </a:p>
        </p:txBody>
      </p:sp>
      <p:graphicFrame>
        <p:nvGraphicFramePr>
          <p:cNvPr id="4" name="Object 3" hidden="1"/>
          <p:cNvGraphicFramePr>
            <a:graphicFrameLocks noChangeAspect="1"/>
          </p:cNvGraphicFramePr>
          <p:nvPr>
            <p:custDataLst>
              <p:tags r:id="rId21"/>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22" imgW="270" imgH="270" progId="TCLayout.ActiveDocument.1">
                  <p:embed/>
                </p:oleObj>
              </mc:Choice>
              <mc:Fallback>
                <p:oleObj name="think-cell Slide" r:id="rId22" imgW="270" imgH="270" progId="TCLayout.ActiveDocument.1">
                  <p:embed/>
                  <p:pic>
                    <p:nvPicPr>
                      <p:cNvPr id="4" name="Object 3" hidden="1"/>
                      <p:cNvPicPr/>
                      <p:nvPr/>
                    </p:nvPicPr>
                    <p:blipFill>
                      <a:blip r:embed="rId23"/>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7"/>
            <a:ext cx="11252200" cy="740413"/>
          </a:xfrm>
          <a:prstGeom prst="rect">
            <a:avLst/>
          </a:prstGeom>
        </p:spPr>
        <p:txBody>
          <a:bodyPr vert="horz" lIns="91440" tIns="0" rIns="0" bIns="0" rtlCol="0" anchor="ctr" anchorCtr="0">
            <a:noAutofit/>
          </a:bodyPr>
          <a:lstStyle/>
          <a:p>
            <a:r>
              <a:rPr lang="en-US" noProof="0"/>
              <a:t>Click to edit Master title style</a:t>
            </a:r>
          </a:p>
        </p:txBody>
      </p:sp>
      <p:sp>
        <p:nvSpPr>
          <p:cNvPr id="19" name="Text Placeholder 18"/>
          <p:cNvSpPr>
            <a:spLocks noGrp="1"/>
          </p:cNvSpPr>
          <p:nvPr>
            <p:ph type="body" idx="1"/>
          </p:nvPr>
        </p:nvSpPr>
        <p:spPr>
          <a:xfrm>
            <a:off x="469900" y="1295401"/>
            <a:ext cx="11252200" cy="4826000"/>
          </a:xfrm>
          <a:prstGeom prst="rect">
            <a:avLst/>
          </a:prstGeom>
        </p:spPr>
        <p:txBody>
          <a:bodyPr vert="horz" lIns="9144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Box 11"/>
          <p:cNvSpPr txBox="1"/>
          <p:nvPr userDrawn="1"/>
        </p:nvSpPr>
        <p:spPr>
          <a:xfrm>
            <a:off x="11639713" y="6408616"/>
            <a:ext cx="458503" cy="323035"/>
          </a:xfrm>
          <a:prstGeom prst="rect">
            <a:avLst/>
          </a:prstGeom>
          <a:noFill/>
        </p:spPr>
        <p:txBody>
          <a:bodyPr wrap="square" lIns="0" tIns="0" rIns="0" bIns="0" rtlCol="0" anchor="ctr">
            <a:noAutofit/>
          </a:bodyPr>
          <a:lstStyle/>
          <a:p>
            <a:pPr marL="0" indent="0" algn="ctr">
              <a:spcBef>
                <a:spcPts val="800"/>
              </a:spcBef>
              <a:buSzPct val="100000"/>
              <a:buFont typeface="Arial"/>
              <a:buNone/>
            </a:pPr>
            <a:fld id="{C58DF478-B544-4ED8-9ED4-6A2648E2D233}" type="slidenum">
              <a:rPr lang="en-US" sz="1200" b="0" i="0" noProof="0" smtClean="0">
                <a:solidFill>
                  <a:schemeClr val="bg2"/>
                </a:solidFill>
                <a:latin typeface="Roboto Lt" pitchFamily="2" charset="0"/>
                <a:ea typeface="Roboto Lt" pitchFamily="2" charset="0"/>
                <a:cs typeface="Calibri" panose="020F0502020204030204" pitchFamily="34" charset="0"/>
              </a:rPr>
              <a:pPr marL="0" indent="0" algn="ctr">
                <a:spcBef>
                  <a:spcPts val="800"/>
                </a:spcBef>
                <a:buSzPct val="100000"/>
                <a:buFont typeface="Arial"/>
                <a:buNone/>
              </a:pPr>
              <a:t>‹#›</a:t>
            </a:fld>
            <a:endParaRPr lang="en-US" sz="1200" b="0" i="0" noProof="0">
              <a:solidFill>
                <a:schemeClr val="bg2"/>
              </a:solidFill>
              <a:latin typeface="Roboto Lt" pitchFamily="2" charset="0"/>
              <a:ea typeface="Roboto Lt" pitchFamily="2" charset="0"/>
              <a:cs typeface="Calibri" panose="020F0502020204030204" pitchFamily="34" charset="0"/>
            </a:endParaRPr>
          </a:p>
        </p:txBody>
      </p:sp>
      <p:sp>
        <p:nvSpPr>
          <p:cNvPr id="8" name="bg object 16">
            <a:extLst>
              <a:ext uri="{FF2B5EF4-FFF2-40B4-BE49-F238E27FC236}">
                <a16:creationId xmlns:a16="http://schemas.microsoft.com/office/drawing/2014/main" id="{38BCA49B-8D11-AA46-3189-EF89077949E5}"/>
              </a:ext>
            </a:extLst>
          </p:cNvPr>
          <p:cNvSpPr/>
          <p:nvPr userDrawn="1"/>
        </p:nvSpPr>
        <p:spPr>
          <a:xfrm>
            <a:off x="0" y="-22121"/>
            <a:ext cx="12192000" cy="411588"/>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chemeClr val="accent2"/>
          </a:solidFill>
        </p:spPr>
        <p:txBody>
          <a:bodyPr wrap="square" lIns="0" tIns="0" rIns="0" bIns="0" rtlCol="0"/>
          <a:lstStyle/>
          <a:p>
            <a:endParaRPr sz="2400"/>
          </a:p>
        </p:txBody>
      </p:sp>
      <p:pic>
        <p:nvPicPr>
          <p:cNvPr id="6" name="Picture 5" descr="A picture containing font, graphics, text, design&#10;&#10;Description automatically generated">
            <a:extLst>
              <a:ext uri="{FF2B5EF4-FFF2-40B4-BE49-F238E27FC236}">
                <a16:creationId xmlns:a16="http://schemas.microsoft.com/office/drawing/2014/main" id="{4473A7A7-A9A8-D0F7-D438-BA4609331556}"/>
              </a:ext>
            </a:extLst>
          </p:cNvPr>
          <p:cNvPicPr>
            <a:picLocks noChangeAspect="1"/>
          </p:cNvPicPr>
          <p:nvPr userDrawn="1"/>
        </p:nvPicPr>
        <p:blipFill rotWithShape="1">
          <a:blip r:embed="rId24" cstate="print">
            <a:extLst>
              <a:ext uri="{28A0092B-C50C-407E-A947-70E740481C1C}">
                <a14:useLocalDpi xmlns:a14="http://schemas.microsoft.com/office/drawing/2010/main"/>
              </a:ext>
            </a:extLst>
          </a:blip>
          <a:srcRect/>
          <a:stretch/>
        </p:blipFill>
        <p:spPr>
          <a:xfrm>
            <a:off x="457200" y="6400801"/>
            <a:ext cx="2514600" cy="242271"/>
          </a:xfrm>
          <a:prstGeom prst="rect">
            <a:avLst/>
          </a:prstGeom>
        </p:spPr>
      </p:pic>
    </p:spTree>
    <p:extLst>
      <p:ext uri="{BB962C8B-B14F-4D97-AF65-F5344CB8AC3E}">
        <p14:creationId xmlns:p14="http://schemas.microsoft.com/office/powerpoint/2010/main" val="54453635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Lst>
  <p:transition>
    <p:fade/>
  </p:transition>
  <p:hf hdr="0" dt="0"/>
  <p:txStyles>
    <p:titleStyle>
      <a:lvl1pPr algn="l" defTabSz="1219140" rtl="0" eaLnBrk="1" latinLnBrk="0" hangingPunct="1">
        <a:spcBef>
          <a:spcPct val="0"/>
        </a:spcBef>
        <a:buNone/>
        <a:defRPr sz="2667" b="1" i="0" kern="1200">
          <a:solidFill>
            <a:schemeClr val="tx2"/>
          </a:solidFill>
          <a:latin typeface="Roboto" pitchFamily="2" charset="0"/>
          <a:ea typeface="Roboto" pitchFamily="2" charset="0"/>
          <a:cs typeface="Calibri" panose="020F0502020204030204" pitchFamily="34" charset="0"/>
        </a:defRPr>
      </a:lvl1pPr>
    </p:titleStyle>
    <p:bodyStyle>
      <a:lvl1pPr marL="0" indent="0" algn="l" defTabSz="1219140" rtl="0" eaLnBrk="1" latinLnBrk="0" hangingPunct="1">
        <a:spcBef>
          <a:spcPts val="400"/>
        </a:spcBef>
        <a:spcAft>
          <a:spcPts val="0"/>
        </a:spcAft>
        <a:buSzPct val="100000"/>
        <a:buFontTx/>
        <a:buNone/>
        <a:defRPr sz="1867" b="0" i="0" kern="1200">
          <a:solidFill>
            <a:schemeClr val="accent2">
              <a:lumMod val="75000"/>
            </a:schemeClr>
          </a:solidFill>
          <a:latin typeface="Roboto Lt" pitchFamily="2" charset="0"/>
          <a:ea typeface="Roboto Lt" pitchFamily="2" charset="0"/>
          <a:cs typeface="Calibri" panose="020F0502020204030204" pitchFamily="34" charset="0"/>
        </a:defRPr>
      </a:lvl1pPr>
      <a:lvl2pPr marL="0" indent="0" algn="l" defTabSz="1219140" rtl="0" eaLnBrk="1" latinLnBrk="0" hangingPunct="1">
        <a:spcBef>
          <a:spcPts val="400"/>
        </a:spcBef>
        <a:spcAft>
          <a:spcPts val="0"/>
        </a:spcAft>
        <a:buClr>
          <a:schemeClr val="accent2"/>
        </a:buClr>
        <a:buSzPct val="100000"/>
        <a:buFontTx/>
        <a:buNone/>
        <a:defRPr lang="en-US" sz="1600" b="0" i="0" kern="1200" cap="all" baseline="0" dirty="0" smtClean="0">
          <a:solidFill>
            <a:schemeClr val="accent2"/>
          </a:solidFill>
          <a:latin typeface="Roboto Lt" pitchFamily="2" charset="0"/>
          <a:ea typeface="Roboto Lt" pitchFamily="2" charset="0"/>
          <a:cs typeface="Calibri" panose="020F0502020204030204" pitchFamily="34" charset="0"/>
        </a:defRPr>
      </a:lvl2pPr>
      <a:lvl3pPr marL="232828" indent="-222245" algn="l" defTabSz="1219140" rtl="0" eaLnBrk="1" latinLnBrk="0" hangingPunct="1">
        <a:spcBef>
          <a:spcPts val="400"/>
        </a:spcBef>
        <a:spcAft>
          <a:spcPts val="0"/>
        </a:spcAft>
        <a:buClr>
          <a:schemeClr val="accent2">
            <a:lumMod val="75000"/>
          </a:schemeClr>
        </a:buClr>
        <a:buSzPct val="100000"/>
        <a:buFont typeface="Arial" panose="020B0604020202020204" pitchFamily="34" charset="0"/>
        <a:buChar char="•"/>
        <a:tabLst/>
        <a:defRPr lang="en-US" sz="1600" b="0" i="0" kern="1200" dirty="0" smtClean="0">
          <a:solidFill>
            <a:schemeClr val="tx2"/>
          </a:solidFill>
          <a:latin typeface="Roboto Lt" pitchFamily="2" charset="0"/>
          <a:ea typeface="Roboto Lt" pitchFamily="2" charset="0"/>
          <a:cs typeface="Calibri" panose="020F0502020204030204" pitchFamily="34" charset="0"/>
        </a:defRPr>
      </a:lvl3pPr>
      <a:lvl4pPr marL="385224" indent="-222245" algn="l" defTabSz="1219140" rtl="0" eaLnBrk="1" latinLnBrk="0" hangingPunct="1">
        <a:spcBef>
          <a:spcPts val="400"/>
        </a:spcBef>
        <a:spcAft>
          <a:spcPts val="0"/>
        </a:spcAft>
        <a:buClr>
          <a:schemeClr val="accent5"/>
        </a:buClr>
        <a:buSzPct val="100000"/>
        <a:buFont typeface="Arial" panose="020B0604020202020204" pitchFamily="34" charset="0"/>
        <a:buChar char="•"/>
        <a:tabLst/>
        <a:defRPr lang="en-US" sz="1600" b="0" i="0" kern="1200" baseline="0" dirty="0" smtClean="0">
          <a:solidFill>
            <a:schemeClr val="tx2"/>
          </a:solidFill>
          <a:latin typeface="Roboto Lt" pitchFamily="2" charset="0"/>
          <a:ea typeface="Roboto Lt" pitchFamily="2" charset="0"/>
          <a:cs typeface="Calibri" panose="020F0502020204030204" pitchFamily="34" charset="0"/>
        </a:defRPr>
      </a:lvl4pPr>
      <a:lvl5pPr marL="465655" indent="-152396" algn="l" defTabSz="1064631" rtl="0" eaLnBrk="1" latinLnBrk="0" hangingPunct="1">
        <a:spcBef>
          <a:spcPts val="400"/>
        </a:spcBef>
        <a:spcAft>
          <a:spcPts val="0"/>
        </a:spcAft>
        <a:buClr>
          <a:schemeClr val="accent5"/>
        </a:buClr>
        <a:buSzPct val="100000"/>
        <a:buFont typeface="Arial" panose="020B0604020202020204" pitchFamily="34" charset="0"/>
        <a:buChar char="•"/>
        <a:tabLst/>
        <a:defRPr lang="en-US" sz="1467" b="0" i="0" kern="1200" baseline="0" dirty="0" smtClean="0">
          <a:solidFill>
            <a:schemeClr val="tx2"/>
          </a:solidFill>
          <a:latin typeface="Roboto Lt" pitchFamily="2" charset="0"/>
          <a:ea typeface="Roboto Lt" pitchFamily="2" charset="0"/>
          <a:cs typeface="Calibri" panose="020F0502020204030204" pitchFamily="34" charset="0"/>
        </a:defRPr>
      </a:lvl5pPr>
      <a:lvl6pPr marL="710365" indent="-235189" algn="l" defTabSz="121914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5" indent="-235189" algn="l" defTabSz="121914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5" indent="-235189" algn="l" defTabSz="121914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5" indent="-235189" algn="l" defTabSz="121914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540">
          <p15:clr>
            <a:srgbClr val="F26B43"/>
          </p15:clr>
        </p15:guide>
        <p15:guide id="3" orient="horz" pos="2976">
          <p15:clr>
            <a:srgbClr val="F26B43"/>
          </p15:clr>
        </p15:guide>
        <p15:guide id="5" pos="5544">
          <p15:clr>
            <a:srgbClr val="F26B43"/>
          </p15:clr>
        </p15:guide>
        <p15:guide id="9"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6" name="Subtitle 2">
            <a:extLst>
              <a:ext uri="{FF2B5EF4-FFF2-40B4-BE49-F238E27FC236}">
                <a16:creationId xmlns:a16="http://schemas.microsoft.com/office/drawing/2014/main" id="{2C96970F-1276-8DAC-77CB-CDE92A79D9F8}"/>
              </a:ext>
            </a:extLst>
          </p:cNvPr>
          <p:cNvSpPr txBox="1">
            <a:spLocks/>
          </p:cNvSpPr>
          <p:nvPr/>
        </p:nvSpPr>
        <p:spPr bwMode="gray">
          <a:xfrm>
            <a:off x="1154955" y="4777380"/>
            <a:ext cx="882565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pPr>
              <a:defRPr/>
            </a:pPr>
            <a:r>
              <a:rPr lang="en-US">
                <a:solidFill>
                  <a:schemeClr val="tx1"/>
                </a:solidFill>
              </a:rPr>
              <a:t>November 28, 2025</a:t>
            </a:r>
          </a:p>
        </p:txBody>
      </p:sp>
      <p:sp>
        <p:nvSpPr>
          <p:cNvPr id="4" name="Title 1">
            <a:extLst>
              <a:ext uri="{FF2B5EF4-FFF2-40B4-BE49-F238E27FC236}">
                <a16:creationId xmlns:a16="http://schemas.microsoft.com/office/drawing/2014/main" id="{07938865-724C-4B02-C444-7AC8FF5DEC71}"/>
              </a:ext>
            </a:extLst>
          </p:cNvPr>
          <p:cNvSpPr txBox="1">
            <a:spLocks/>
          </p:cNvSpPr>
          <p:nvPr/>
        </p:nvSpPr>
        <p:spPr bwMode="gray">
          <a:xfrm>
            <a:off x="1054313" y="2099733"/>
            <a:ext cx="9982731" cy="267764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US" sz="6000" b="1">
                <a:solidFill>
                  <a:schemeClr val="tx1"/>
                </a:solidFill>
                <a:cs typeface="Arial"/>
              </a:rPr>
              <a:t>WEEKLY UPDATE REVIEW</a:t>
            </a:r>
            <a:endParaRPr kumimoji="0" lang="en-US" sz="6000" b="1" i="0" u="none" strike="noStrike" kern="1200" cap="none" spc="0" normalizeH="0" baseline="0" noProof="0">
              <a:ln>
                <a:noFill/>
              </a:ln>
              <a:solidFill>
                <a:schemeClr val="tx1"/>
              </a:solidFill>
              <a:effectLst/>
              <a:uLnTx/>
              <a:uFillTx/>
              <a:cs typeface="Arial" panose="020B0604020202020204" pitchFamily="34" charset="0"/>
            </a:endParaRPr>
          </a:p>
        </p:txBody>
      </p:sp>
    </p:spTree>
    <p:extLst>
      <p:ext uri="{BB962C8B-B14F-4D97-AF65-F5344CB8AC3E}">
        <p14:creationId xmlns:p14="http://schemas.microsoft.com/office/powerpoint/2010/main" val="1477057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6C2ED-4D6A-7045-9369-1B05479F8182}"/>
              </a:ext>
            </a:extLst>
          </p:cNvPr>
          <p:cNvSpPr>
            <a:spLocks noGrp="1"/>
          </p:cNvSpPr>
          <p:nvPr>
            <p:ph type="title" idx="4294967295"/>
          </p:nvPr>
        </p:nvSpPr>
        <p:spPr>
          <a:xfrm>
            <a:off x="1185340" y="1222785"/>
            <a:ext cx="9601663" cy="1250066"/>
          </a:xfrm>
        </p:spPr>
        <p:txBody>
          <a:bodyPr>
            <a:normAutofit/>
          </a:bodyPr>
          <a:lstStyle/>
          <a:p>
            <a:r>
              <a:rPr lang="en-US" sz="4400">
                <a:latin typeface="+mj-lt"/>
              </a:rPr>
              <a:t>AGENDA</a:t>
            </a:r>
          </a:p>
        </p:txBody>
      </p:sp>
      <p:sp>
        <p:nvSpPr>
          <p:cNvPr id="4" name="TextBox 3">
            <a:extLst>
              <a:ext uri="{FF2B5EF4-FFF2-40B4-BE49-F238E27FC236}">
                <a16:creationId xmlns:a16="http://schemas.microsoft.com/office/drawing/2014/main" id="{C90BFFC7-9673-C402-D060-F63D1265A7E6}"/>
              </a:ext>
            </a:extLst>
          </p:cNvPr>
          <p:cNvSpPr txBox="1"/>
          <p:nvPr/>
        </p:nvSpPr>
        <p:spPr>
          <a:xfrm>
            <a:off x="1324788" y="2302501"/>
            <a:ext cx="10868481"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a:solidFill>
                  <a:srgbClr val="000000"/>
                </a:solidFill>
                <a:latin typeface="Arial"/>
                <a:cs typeface="Arial"/>
              </a:rPr>
              <a:t>CEO/PRESIDENT OPENING REMARKS.</a:t>
            </a:r>
          </a:p>
          <a:p>
            <a:pPr marL="285750" indent="-285750">
              <a:buFont typeface="Arial" panose="020B0604020202020204" pitchFamily="34" charset="0"/>
              <a:buChar char="•"/>
            </a:pPr>
            <a:r>
              <a:rPr lang="en-US" sz="2000">
                <a:solidFill>
                  <a:srgbClr val="000000"/>
                </a:solidFill>
                <a:latin typeface="Arial"/>
                <a:cs typeface="Arial"/>
              </a:rPr>
              <a:t>STATUS UPDATES</a:t>
            </a:r>
          </a:p>
          <a:p>
            <a:pPr marL="742950" lvl="1" indent="-285750">
              <a:buFont typeface="Courier New" panose="020B0604020202020204" pitchFamily="34" charset="0"/>
              <a:buChar char="o"/>
            </a:pPr>
            <a:r>
              <a:rPr lang="en-US" sz="2000">
                <a:solidFill>
                  <a:srgbClr val="000000"/>
                </a:solidFill>
                <a:latin typeface="Arial"/>
                <a:cs typeface="Arial"/>
              </a:rPr>
              <a:t>Customer Operations</a:t>
            </a:r>
          </a:p>
          <a:p>
            <a:pPr marL="1257300" lvl="2" indent="-342900">
              <a:buFont typeface="Wingdings" panose="05000000000000000000" pitchFamily="2" charset="2"/>
              <a:buChar char="v"/>
            </a:pPr>
            <a:r>
              <a:rPr lang="en-US" sz="2000">
                <a:solidFill>
                  <a:srgbClr val="000000"/>
                </a:solidFill>
                <a:latin typeface="Arial"/>
                <a:cs typeface="Arial"/>
              </a:rPr>
              <a:t>Summary, National </a:t>
            </a:r>
            <a:r>
              <a:rPr lang="en-US" sz="2000" err="1">
                <a:solidFill>
                  <a:srgbClr val="000000"/>
                </a:solidFill>
                <a:latin typeface="Arial"/>
                <a:cs typeface="Arial"/>
              </a:rPr>
              <a:t>DigiFoundry</a:t>
            </a:r>
            <a:r>
              <a:rPr lang="en-US" sz="2000">
                <a:solidFill>
                  <a:srgbClr val="000000"/>
                </a:solidFill>
                <a:latin typeface="Arial"/>
                <a:cs typeface="Arial"/>
              </a:rPr>
              <a:t>, Key Decisions</a:t>
            </a:r>
          </a:p>
          <a:p>
            <a:pPr marL="742950" lvl="1" indent="-285750">
              <a:buFont typeface="Courier New" panose="020B0604020202020204" pitchFamily="34" charset="0"/>
              <a:buChar char="o"/>
            </a:pPr>
            <a:r>
              <a:rPr lang="en-US" sz="2000">
                <a:solidFill>
                  <a:srgbClr val="000000"/>
                </a:solidFill>
                <a:latin typeface="Arial"/>
                <a:cs typeface="Arial"/>
              </a:rPr>
              <a:t>ART</a:t>
            </a:r>
          </a:p>
          <a:p>
            <a:pPr marL="1257300" lvl="2" indent="-342900">
              <a:buFont typeface="Wingdings" panose="05000000000000000000" pitchFamily="2" charset="2"/>
              <a:buChar char="v"/>
            </a:pPr>
            <a:r>
              <a:rPr lang="en-US" sz="2000">
                <a:solidFill>
                  <a:srgbClr val="000000"/>
                </a:solidFill>
                <a:latin typeface="Arial"/>
                <a:cs typeface="Arial"/>
              </a:rPr>
              <a:t> Summary, In-Flight, Submitted Opportunities, Pipeline, Hotwash, Key Decisions</a:t>
            </a:r>
          </a:p>
          <a:p>
            <a:pPr marL="742950" lvl="1" indent="-285750">
              <a:buFont typeface="Courier New" panose="020B0604020202020204" pitchFamily="34" charset="0"/>
              <a:buChar char="o"/>
            </a:pPr>
            <a:r>
              <a:rPr lang="en-US" sz="2000">
                <a:solidFill>
                  <a:srgbClr val="000000"/>
                </a:solidFill>
                <a:latin typeface="Arial"/>
                <a:cs typeface="Arial"/>
              </a:rPr>
              <a:t>Corporate Staff </a:t>
            </a:r>
          </a:p>
          <a:p>
            <a:pPr marL="1257300" lvl="2" indent="-342900">
              <a:buFont typeface="Wingdings"/>
              <a:buChar char="v"/>
            </a:pPr>
            <a:r>
              <a:rPr lang="en-US" sz="2000">
                <a:solidFill>
                  <a:srgbClr val="000000"/>
                </a:solidFill>
                <a:latin typeface="Arial"/>
                <a:cs typeface="Arial"/>
              </a:rPr>
              <a:t>CTO, CIO, QM/ISO, HR/Talent Mngmt, FSO/ITPSO,  Legal/Contracts, Pipeline/Status of Isidore, Documentation, Operations, Key Decisions</a:t>
            </a:r>
            <a:endParaRPr lang="en-US">
              <a:cs typeface="Arial"/>
            </a:endParaRPr>
          </a:p>
          <a:p>
            <a:pPr marL="742950" lvl="1" indent="-285750">
              <a:buFont typeface="Courier New,monospace"/>
              <a:buChar char="o"/>
            </a:pPr>
            <a:r>
              <a:rPr lang="en-US" sz="2000">
                <a:solidFill>
                  <a:srgbClr val="000000"/>
                </a:solidFill>
                <a:latin typeface="Arial"/>
                <a:cs typeface="Arial"/>
              </a:rPr>
              <a:t>Q&amp;A / ALIBIS </a:t>
            </a:r>
            <a:endParaRPr lang="en-US">
              <a:solidFill>
                <a:srgbClr val="000000"/>
              </a:solidFill>
              <a:latin typeface="Arial"/>
              <a:cs typeface="Arial"/>
            </a:endParaRPr>
          </a:p>
          <a:p>
            <a:pPr marL="285750" indent="-285750">
              <a:buFont typeface="Arial" panose="020B0604020202020204" pitchFamily="34" charset="0"/>
              <a:buChar char="•"/>
            </a:pPr>
            <a:r>
              <a:rPr lang="en-US" sz="2000">
                <a:solidFill>
                  <a:srgbClr val="000000"/>
                </a:solidFill>
                <a:latin typeface="Arial"/>
                <a:cs typeface="Arial"/>
              </a:rPr>
              <a:t>CEO/ PRESIDENT CLOSING REMARKS</a:t>
            </a:r>
          </a:p>
        </p:txBody>
      </p:sp>
    </p:spTree>
    <p:extLst>
      <p:ext uri="{BB962C8B-B14F-4D97-AF65-F5344CB8AC3E}">
        <p14:creationId xmlns:p14="http://schemas.microsoft.com/office/powerpoint/2010/main" val="2323925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8">
          <a:extLst>
            <a:ext uri="{FF2B5EF4-FFF2-40B4-BE49-F238E27FC236}">
              <a16:creationId xmlns:a16="http://schemas.microsoft.com/office/drawing/2014/main" id="{3984B344-630D-DE9F-0EC7-231B7A18AF1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77B03F6-AEF1-8211-87A0-2C9AC57B92D3}"/>
              </a:ext>
            </a:extLst>
          </p:cNvPr>
          <p:cNvPicPr>
            <a:picLocks noChangeAspect="1"/>
          </p:cNvPicPr>
          <p:nvPr/>
        </p:nvPicPr>
        <p:blipFill>
          <a:blip r:embed="rId3"/>
          <a:stretch>
            <a:fillRect/>
          </a:stretch>
        </p:blipFill>
        <p:spPr>
          <a:xfrm>
            <a:off x="14601" y="6472279"/>
            <a:ext cx="12179136" cy="382857"/>
          </a:xfrm>
          <a:prstGeom prst="rect">
            <a:avLst/>
          </a:prstGeom>
        </p:spPr>
      </p:pic>
      <p:sp>
        <p:nvSpPr>
          <p:cNvPr id="5" name="bg object 16">
            <a:extLst>
              <a:ext uri="{FF2B5EF4-FFF2-40B4-BE49-F238E27FC236}">
                <a16:creationId xmlns:a16="http://schemas.microsoft.com/office/drawing/2014/main" id="{342D58F5-3FCA-0EE9-6FFD-EC7F8BC9239F}"/>
              </a:ext>
            </a:extLst>
          </p:cNvPr>
          <p:cNvSpPr/>
          <p:nvPr/>
        </p:nvSpPr>
        <p:spPr>
          <a:xfrm>
            <a:off x="0" y="2866"/>
            <a:ext cx="12181443" cy="596159"/>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rgbClr val="574B7C"/>
          </a:solidFill>
        </p:spPr>
        <p:txBody>
          <a:bodyPr wrap="square" lIns="0" tIns="0" rIns="0" bIns="0" rtlCol="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377">
              <a:defRPr/>
            </a:pPr>
            <a:endParaRPr sz="1051">
              <a:ea typeface="+mn-ea"/>
            </a:endParaRPr>
          </a:p>
        </p:txBody>
      </p:sp>
      <p:sp>
        <p:nvSpPr>
          <p:cNvPr id="834" name="Google Shape;834;p23">
            <a:extLst>
              <a:ext uri="{FF2B5EF4-FFF2-40B4-BE49-F238E27FC236}">
                <a16:creationId xmlns:a16="http://schemas.microsoft.com/office/drawing/2014/main" id="{03D59182-4592-3FFC-13DD-D4A6195247BE}"/>
              </a:ext>
            </a:extLst>
          </p:cNvPr>
          <p:cNvSpPr txBox="1"/>
          <p:nvPr/>
        </p:nvSpPr>
        <p:spPr>
          <a:xfrm>
            <a:off x="30997" y="2864"/>
            <a:ext cx="12190963" cy="58708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914400">
              <a:defRPr/>
            </a:pPr>
            <a:r>
              <a:rPr lang="en-US" sz="2800" b="1" kern="0">
                <a:solidFill>
                  <a:srgbClr val="FFFFFF"/>
                </a:solidFill>
                <a:ea typeface="+mn-lt"/>
                <a:cs typeface="+mn-lt"/>
                <a:sym typeface="Avenir"/>
              </a:rPr>
              <a:t>Customer Operations - Summary</a:t>
            </a:r>
            <a:endParaRPr lang="en-US" sz="2800"/>
          </a:p>
        </p:txBody>
      </p:sp>
      <p:sp>
        <p:nvSpPr>
          <p:cNvPr id="2" name="TextBox 1">
            <a:extLst>
              <a:ext uri="{FF2B5EF4-FFF2-40B4-BE49-F238E27FC236}">
                <a16:creationId xmlns:a16="http://schemas.microsoft.com/office/drawing/2014/main" id="{81BBC5DC-D8B3-0670-DC5D-8D1855B42342}"/>
              </a:ext>
            </a:extLst>
          </p:cNvPr>
          <p:cNvSpPr txBox="1"/>
          <p:nvPr/>
        </p:nvSpPr>
        <p:spPr>
          <a:xfrm>
            <a:off x="10629900" y="282172"/>
            <a:ext cx="1597784" cy="307777"/>
          </a:xfrm>
          <a:prstGeom prst="rect">
            <a:avLst/>
          </a:prstGeom>
          <a:noFill/>
        </p:spPr>
        <p:txBody>
          <a:bodyPr wrap="square" lIns="91440" tIns="45720" rIns="91440" bIns="45720" rtlCol="0" anchor="t">
            <a:spAutoFit/>
          </a:bodyPr>
          <a:lstStyle/>
          <a:p>
            <a:pPr algn="ctr"/>
            <a:r>
              <a:rPr lang="en-US" sz="1400">
                <a:solidFill>
                  <a:schemeClr val="bg1"/>
                </a:solidFill>
              </a:rPr>
              <a:t>As of: 11/21/25</a:t>
            </a:r>
          </a:p>
        </p:txBody>
      </p:sp>
      <p:sp>
        <p:nvSpPr>
          <p:cNvPr id="22" name="Rectangle 21">
            <a:extLst>
              <a:ext uri="{FF2B5EF4-FFF2-40B4-BE49-F238E27FC236}">
                <a16:creationId xmlns:a16="http://schemas.microsoft.com/office/drawing/2014/main" id="{51225664-5CF2-1830-F43F-034683417659}"/>
              </a:ext>
            </a:extLst>
          </p:cNvPr>
          <p:cNvSpPr/>
          <p:nvPr/>
        </p:nvSpPr>
        <p:spPr>
          <a:xfrm>
            <a:off x="314328" y="1131831"/>
            <a:ext cx="2733674" cy="3401149"/>
          </a:xfrm>
          <a:prstGeom prst="rect">
            <a:avLst/>
          </a:prstGeom>
          <a:no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3" name="Rectangle 22">
            <a:extLst>
              <a:ext uri="{FF2B5EF4-FFF2-40B4-BE49-F238E27FC236}">
                <a16:creationId xmlns:a16="http://schemas.microsoft.com/office/drawing/2014/main" id="{3C346D71-0EDC-9C0F-2FA0-039615FC70BC}"/>
              </a:ext>
            </a:extLst>
          </p:cNvPr>
          <p:cNvSpPr/>
          <p:nvPr/>
        </p:nvSpPr>
        <p:spPr>
          <a:xfrm>
            <a:off x="314328" y="742819"/>
            <a:ext cx="2733674" cy="364573"/>
          </a:xfrm>
          <a:prstGeom prst="rect">
            <a:avLst/>
          </a:prstGeom>
          <a:solidFill>
            <a:srgbClr val="676767"/>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Gabriel </a:t>
            </a:r>
          </a:p>
          <a:p>
            <a:pPr algn="ctr"/>
            <a:r>
              <a:rPr lang="en-US" sz="1200" b="1"/>
              <a:t>(Eugene)</a:t>
            </a:r>
          </a:p>
        </p:txBody>
      </p:sp>
      <p:sp>
        <p:nvSpPr>
          <p:cNvPr id="25" name="Rectangle 24">
            <a:extLst>
              <a:ext uri="{FF2B5EF4-FFF2-40B4-BE49-F238E27FC236}">
                <a16:creationId xmlns:a16="http://schemas.microsoft.com/office/drawing/2014/main" id="{D6D98821-DFA8-DE65-3E98-5235E3FDDD1D}"/>
              </a:ext>
            </a:extLst>
          </p:cNvPr>
          <p:cNvSpPr/>
          <p:nvPr/>
        </p:nvSpPr>
        <p:spPr>
          <a:xfrm>
            <a:off x="3253098" y="756366"/>
            <a:ext cx="2733674" cy="364573"/>
          </a:xfrm>
          <a:prstGeom prst="rect">
            <a:avLst/>
          </a:prstGeom>
          <a:solidFill>
            <a:srgbClr val="676767"/>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SAF / AM </a:t>
            </a:r>
          </a:p>
          <a:p>
            <a:pPr algn="ctr"/>
            <a:r>
              <a:rPr lang="en-US" sz="1200" b="1"/>
              <a:t>(Donalson) </a:t>
            </a:r>
            <a:endParaRPr lang="en-US" sz="1600" b="1"/>
          </a:p>
        </p:txBody>
      </p:sp>
      <p:sp>
        <p:nvSpPr>
          <p:cNvPr id="27" name="Rectangle 26">
            <a:extLst>
              <a:ext uri="{FF2B5EF4-FFF2-40B4-BE49-F238E27FC236}">
                <a16:creationId xmlns:a16="http://schemas.microsoft.com/office/drawing/2014/main" id="{C674DB15-665D-68B5-A73C-39C8286FFF36}"/>
              </a:ext>
            </a:extLst>
          </p:cNvPr>
          <p:cNvSpPr/>
          <p:nvPr/>
        </p:nvSpPr>
        <p:spPr>
          <a:xfrm>
            <a:off x="6200776" y="742819"/>
            <a:ext cx="2733674" cy="364573"/>
          </a:xfrm>
          <a:prstGeom prst="rect">
            <a:avLst/>
          </a:prstGeom>
          <a:solidFill>
            <a:srgbClr val="676767"/>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SAF / IA </a:t>
            </a:r>
          </a:p>
          <a:p>
            <a:pPr algn="ctr"/>
            <a:r>
              <a:rPr lang="en-US" sz="1200" b="1"/>
              <a:t>(Donalson)</a:t>
            </a:r>
          </a:p>
        </p:txBody>
      </p:sp>
      <p:sp>
        <p:nvSpPr>
          <p:cNvPr id="31" name="Rectangle 30">
            <a:extLst>
              <a:ext uri="{FF2B5EF4-FFF2-40B4-BE49-F238E27FC236}">
                <a16:creationId xmlns:a16="http://schemas.microsoft.com/office/drawing/2014/main" id="{40944FAA-32AE-444F-C3A4-B7A0C7619C03}"/>
              </a:ext>
            </a:extLst>
          </p:cNvPr>
          <p:cNvSpPr/>
          <p:nvPr/>
        </p:nvSpPr>
        <p:spPr>
          <a:xfrm>
            <a:off x="9144000" y="746704"/>
            <a:ext cx="2733674" cy="397822"/>
          </a:xfrm>
          <a:prstGeom prst="rect">
            <a:avLst/>
          </a:prstGeom>
          <a:solidFill>
            <a:srgbClr val="676767"/>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t>DLA RPA</a:t>
            </a:r>
            <a:r>
              <a:rPr lang="en-US" b="1"/>
              <a:t> </a:t>
            </a:r>
          </a:p>
          <a:p>
            <a:pPr algn="ctr"/>
            <a:r>
              <a:rPr lang="en-US" sz="1200" b="1"/>
              <a:t>(Donalson)</a:t>
            </a:r>
            <a:endParaRPr lang="en-US" b="1"/>
          </a:p>
        </p:txBody>
      </p:sp>
      <p:sp>
        <p:nvSpPr>
          <p:cNvPr id="3" name="Rectangle 2">
            <a:extLst>
              <a:ext uri="{FF2B5EF4-FFF2-40B4-BE49-F238E27FC236}">
                <a16:creationId xmlns:a16="http://schemas.microsoft.com/office/drawing/2014/main" id="{14D1E401-6A03-E273-A844-5FFCC3652E3F}"/>
              </a:ext>
            </a:extLst>
          </p:cNvPr>
          <p:cNvSpPr/>
          <p:nvPr/>
        </p:nvSpPr>
        <p:spPr>
          <a:xfrm>
            <a:off x="314326" y="4676775"/>
            <a:ext cx="8620124" cy="1647825"/>
          </a:xfrm>
          <a:prstGeom prst="rect">
            <a:avLst/>
          </a:prstGeom>
          <a:solidFill>
            <a:schemeClr val="bg1"/>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a:ln>
                <a:solidFill>
                  <a:srgbClr val="574B7C"/>
                </a:solidFill>
              </a:ln>
              <a:solidFill>
                <a:schemeClr val="tx1"/>
              </a:solidFill>
            </a:endParaRPr>
          </a:p>
        </p:txBody>
      </p:sp>
      <p:sp>
        <p:nvSpPr>
          <p:cNvPr id="6" name="TextBox 5">
            <a:extLst>
              <a:ext uri="{FF2B5EF4-FFF2-40B4-BE49-F238E27FC236}">
                <a16:creationId xmlns:a16="http://schemas.microsoft.com/office/drawing/2014/main" id="{08AE587E-7BE8-A26B-D8B0-245291749468}"/>
              </a:ext>
            </a:extLst>
          </p:cNvPr>
          <p:cNvSpPr txBox="1"/>
          <p:nvPr/>
        </p:nvSpPr>
        <p:spPr>
          <a:xfrm>
            <a:off x="322773" y="2761693"/>
            <a:ext cx="1837811" cy="461665"/>
          </a:xfrm>
          <a:prstGeom prst="rect">
            <a:avLst/>
          </a:prstGeom>
          <a:noFill/>
        </p:spPr>
        <p:txBody>
          <a:bodyPr wrap="none" lIns="91440" tIns="45720" rIns="91440" bIns="45720" rtlCol="0" anchor="t">
            <a:spAutoFit/>
          </a:bodyPr>
          <a:lstStyle/>
          <a:p>
            <a:r>
              <a:rPr lang="en-US" sz="1200" b="1" u="sng"/>
              <a:t>Delivered (Past Week):</a:t>
            </a:r>
          </a:p>
          <a:p>
            <a:pPr marL="171450" indent="-171450">
              <a:buFont typeface="Arial" panose="020B0604020202020204" pitchFamily="34" charset="0"/>
              <a:buChar char="•"/>
            </a:pPr>
            <a:r>
              <a:rPr lang="en-US" sz="1200"/>
              <a:t>None</a:t>
            </a:r>
          </a:p>
        </p:txBody>
      </p:sp>
      <p:sp>
        <p:nvSpPr>
          <p:cNvPr id="7" name="TextBox 6">
            <a:extLst>
              <a:ext uri="{FF2B5EF4-FFF2-40B4-BE49-F238E27FC236}">
                <a16:creationId xmlns:a16="http://schemas.microsoft.com/office/drawing/2014/main" id="{B910C1BD-58A7-1762-E57A-1A48051587B1}"/>
              </a:ext>
            </a:extLst>
          </p:cNvPr>
          <p:cNvSpPr txBox="1"/>
          <p:nvPr/>
        </p:nvSpPr>
        <p:spPr>
          <a:xfrm>
            <a:off x="327788" y="2014480"/>
            <a:ext cx="893193" cy="461665"/>
          </a:xfrm>
          <a:prstGeom prst="rect">
            <a:avLst/>
          </a:prstGeom>
          <a:noFill/>
        </p:spPr>
        <p:txBody>
          <a:bodyPr wrap="none" lIns="91440" tIns="45720" rIns="91440" bIns="45720" rtlCol="0" anchor="t">
            <a:spAutoFit/>
          </a:bodyPr>
          <a:lstStyle/>
          <a:p>
            <a:r>
              <a:rPr lang="en-US" sz="1200" b="1" u="sng"/>
              <a:t>Past Due:</a:t>
            </a:r>
          </a:p>
          <a:p>
            <a:pPr marL="171450" indent="-171450">
              <a:buFont typeface="Arial" panose="020B0604020202020204" pitchFamily="34" charset="0"/>
              <a:buChar char="•"/>
            </a:pPr>
            <a:r>
              <a:rPr lang="en-US" sz="1200"/>
              <a:t>None</a:t>
            </a:r>
            <a:endParaRPr lang="en-US"/>
          </a:p>
        </p:txBody>
      </p:sp>
      <p:sp>
        <p:nvSpPr>
          <p:cNvPr id="8" name="TextBox 7">
            <a:extLst>
              <a:ext uri="{FF2B5EF4-FFF2-40B4-BE49-F238E27FC236}">
                <a16:creationId xmlns:a16="http://schemas.microsoft.com/office/drawing/2014/main" id="{A0871BB7-CA7E-5534-DA9D-A79B774D12F6}"/>
              </a:ext>
            </a:extLst>
          </p:cNvPr>
          <p:cNvSpPr txBox="1"/>
          <p:nvPr/>
        </p:nvSpPr>
        <p:spPr>
          <a:xfrm>
            <a:off x="322772" y="3531322"/>
            <a:ext cx="2720777" cy="646331"/>
          </a:xfrm>
          <a:prstGeom prst="rect">
            <a:avLst/>
          </a:prstGeom>
          <a:noFill/>
        </p:spPr>
        <p:txBody>
          <a:bodyPr wrap="square" rtlCol="0">
            <a:spAutoFit/>
          </a:bodyPr>
          <a:lstStyle/>
          <a:p>
            <a:r>
              <a:rPr lang="en-US" sz="1200" b="1" u="sng"/>
              <a:t>Upcoming (30 Days):</a:t>
            </a:r>
          </a:p>
          <a:p>
            <a:pPr marL="171450" indent="-171450">
              <a:buFont typeface="Arial" panose="020B0604020202020204" pitchFamily="34" charset="0"/>
              <a:buChar char="•"/>
            </a:pPr>
            <a:r>
              <a:rPr lang="en-US" sz="1200"/>
              <a:t>Revised go to market</a:t>
            </a:r>
          </a:p>
          <a:p>
            <a:pPr marL="171450" indent="-171450">
              <a:buFont typeface="Arial" panose="020B0604020202020204" pitchFamily="34" charset="0"/>
              <a:buChar char="•"/>
            </a:pPr>
            <a:r>
              <a:rPr lang="en-US" sz="1200"/>
              <a:t>Honey Pot data as a service</a:t>
            </a:r>
          </a:p>
        </p:txBody>
      </p:sp>
      <p:sp>
        <p:nvSpPr>
          <p:cNvPr id="9" name="Rectangle 8">
            <a:extLst>
              <a:ext uri="{FF2B5EF4-FFF2-40B4-BE49-F238E27FC236}">
                <a16:creationId xmlns:a16="http://schemas.microsoft.com/office/drawing/2014/main" id="{6FC9FEA6-D7C8-09CC-F0E2-EE14A77BAB30}"/>
              </a:ext>
            </a:extLst>
          </p:cNvPr>
          <p:cNvSpPr/>
          <p:nvPr/>
        </p:nvSpPr>
        <p:spPr>
          <a:xfrm>
            <a:off x="3255326" y="1131831"/>
            <a:ext cx="2733674" cy="3401149"/>
          </a:xfrm>
          <a:prstGeom prst="rect">
            <a:avLst/>
          </a:prstGeom>
          <a:no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TextBox 9">
            <a:extLst>
              <a:ext uri="{FF2B5EF4-FFF2-40B4-BE49-F238E27FC236}">
                <a16:creationId xmlns:a16="http://schemas.microsoft.com/office/drawing/2014/main" id="{25E3971F-F62C-F272-E78B-FFBB97505591}"/>
              </a:ext>
            </a:extLst>
          </p:cNvPr>
          <p:cNvSpPr txBox="1"/>
          <p:nvPr/>
        </p:nvSpPr>
        <p:spPr>
          <a:xfrm>
            <a:off x="3262381" y="2761328"/>
            <a:ext cx="1837811" cy="646331"/>
          </a:xfrm>
          <a:prstGeom prst="rect">
            <a:avLst/>
          </a:prstGeom>
          <a:noFill/>
        </p:spPr>
        <p:txBody>
          <a:bodyPr wrap="none" lIns="91440" tIns="45720" rIns="91440" bIns="45720" rtlCol="0" anchor="t">
            <a:spAutoFit/>
          </a:bodyPr>
          <a:lstStyle/>
          <a:p>
            <a:r>
              <a:rPr lang="en-US" sz="1200" b="1" u="sng"/>
              <a:t>Delivered (Past Week):</a:t>
            </a:r>
          </a:p>
          <a:p>
            <a:pPr marL="171450" indent="-171450">
              <a:buFont typeface="Arial" panose="020B0604020202020204" pitchFamily="34" charset="0"/>
              <a:buChar char="•"/>
            </a:pPr>
            <a:r>
              <a:rPr lang="en-US" sz="1200"/>
              <a:t>Mission Integration  </a:t>
            </a:r>
            <a:endParaRPr lang="en-US" sz="1200">
              <a:cs typeface="Arial"/>
            </a:endParaRPr>
          </a:p>
          <a:p>
            <a:pPr marL="171450" indent="-171450">
              <a:buFont typeface="Arial" panose="020B0604020202020204" pitchFamily="34" charset="0"/>
              <a:buChar char="•"/>
            </a:pPr>
            <a:r>
              <a:rPr lang="en-US" sz="1200"/>
              <a:t>Portfolio Alignment</a:t>
            </a:r>
            <a:endParaRPr lang="en-US" sz="1200">
              <a:cs typeface="Arial"/>
            </a:endParaRPr>
          </a:p>
        </p:txBody>
      </p:sp>
      <p:sp>
        <p:nvSpPr>
          <p:cNvPr id="11" name="TextBox 10">
            <a:extLst>
              <a:ext uri="{FF2B5EF4-FFF2-40B4-BE49-F238E27FC236}">
                <a16:creationId xmlns:a16="http://schemas.microsoft.com/office/drawing/2014/main" id="{4403C6DF-EB11-2A7A-BBAC-211FA45471FD}"/>
              </a:ext>
            </a:extLst>
          </p:cNvPr>
          <p:cNvSpPr txBox="1"/>
          <p:nvPr/>
        </p:nvSpPr>
        <p:spPr>
          <a:xfrm>
            <a:off x="3255324" y="1987016"/>
            <a:ext cx="893193" cy="461665"/>
          </a:xfrm>
          <a:prstGeom prst="rect">
            <a:avLst/>
          </a:prstGeom>
          <a:noFill/>
        </p:spPr>
        <p:txBody>
          <a:bodyPr wrap="none" rtlCol="0">
            <a:spAutoFit/>
          </a:bodyPr>
          <a:lstStyle/>
          <a:p>
            <a:r>
              <a:rPr lang="en-US" sz="1200" b="1" u="sng"/>
              <a:t>Past Due:</a:t>
            </a:r>
          </a:p>
          <a:p>
            <a:pPr marL="171450" indent="-171450">
              <a:buFont typeface="Arial" panose="020B0604020202020204" pitchFamily="34" charset="0"/>
              <a:buChar char="•"/>
            </a:pPr>
            <a:r>
              <a:rPr lang="en-US" sz="1200"/>
              <a:t>None</a:t>
            </a:r>
          </a:p>
        </p:txBody>
      </p:sp>
      <p:sp>
        <p:nvSpPr>
          <p:cNvPr id="14" name="Rectangle 13">
            <a:extLst>
              <a:ext uri="{FF2B5EF4-FFF2-40B4-BE49-F238E27FC236}">
                <a16:creationId xmlns:a16="http://schemas.microsoft.com/office/drawing/2014/main" id="{6618EFE6-F428-C788-7F63-54B5A44ED267}"/>
              </a:ext>
            </a:extLst>
          </p:cNvPr>
          <p:cNvSpPr/>
          <p:nvPr/>
        </p:nvSpPr>
        <p:spPr>
          <a:xfrm>
            <a:off x="6200776" y="1125322"/>
            <a:ext cx="2733674" cy="3401149"/>
          </a:xfrm>
          <a:prstGeom prst="rect">
            <a:avLst/>
          </a:prstGeom>
          <a:no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TextBox 15">
            <a:extLst>
              <a:ext uri="{FF2B5EF4-FFF2-40B4-BE49-F238E27FC236}">
                <a16:creationId xmlns:a16="http://schemas.microsoft.com/office/drawing/2014/main" id="{4C1BB634-DBB9-135C-3311-C0E8263450A9}"/>
              </a:ext>
            </a:extLst>
          </p:cNvPr>
          <p:cNvSpPr txBox="1"/>
          <p:nvPr/>
        </p:nvSpPr>
        <p:spPr>
          <a:xfrm>
            <a:off x="6208011" y="2761328"/>
            <a:ext cx="1878591" cy="461665"/>
          </a:xfrm>
          <a:prstGeom prst="rect">
            <a:avLst/>
          </a:prstGeom>
          <a:noFill/>
        </p:spPr>
        <p:txBody>
          <a:bodyPr wrap="none" rtlCol="0">
            <a:spAutoFit/>
          </a:bodyPr>
          <a:lstStyle/>
          <a:p>
            <a:r>
              <a:rPr lang="en-US" sz="1200" b="1" u="sng"/>
              <a:t>Delivered (Past Week):</a:t>
            </a:r>
          </a:p>
          <a:p>
            <a:pPr marL="171450" indent="-171450">
              <a:buFont typeface="Arial" panose="020B0604020202020204" pitchFamily="34" charset="0"/>
              <a:buChar char="•"/>
            </a:pPr>
            <a:r>
              <a:rPr lang="en-US" sz="1200"/>
              <a:t>Strategic Assessment </a:t>
            </a:r>
          </a:p>
        </p:txBody>
      </p:sp>
      <p:sp>
        <p:nvSpPr>
          <p:cNvPr id="33" name="Rectangle 32">
            <a:extLst>
              <a:ext uri="{FF2B5EF4-FFF2-40B4-BE49-F238E27FC236}">
                <a16:creationId xmlns:a16="http://schemas.microsoft.com/office/drawing/2014/main" id="{D8ED6B82-F1BA-A9FB-BFCA-0AA45E36A736}"/>
              </a:ext>
            </a:extLst>
          </p:cNvPr>
          <p:cNvSpPr/>
          <p:nvPr/>
        </p:nvSpPr>
        <p:spPr>
          <a:xfrm>
            <a:off x="9146223" y="1144526"/>
            <a:ext cx="2733674" cy="3382058"/>
          </a:xfrm>
          <a:prstGeom prst="rect">
            <a:avLst/>
          </a:prstGeom>
          <a:no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4" name="TextBox 33">
            <a:extLst>
              <a:ext uri="{FF2B5EF4-FFF2-40B4-BE49-F238E27FC236}">
                <a16:creationId xmlns:a16="http://schemas.microsoft.com/office/drawing/2014/main" id="{26419F44-D3BA-CADB-C8A6-FFE3E73C4EAD}"/>
              </a:ext>
            </a:extLst>
          </p:cNvPr>
          <p:cNvSpPr txBox="1"/>
          <p:nvPr/>
        </p:nvSpPr>
        <p:spPr>
          <a:xfrm>
            <a:off x="9153525" y="2765638"/>
            <a:ext cx="1994457" cy="461665"/>
          </a:xfrm>
          <a:prstGeom prst="rect">
            <a:avLst/>
          </a:prstGeom>
          <a:noFill/>
        </p:spPr>
        <p:txBody>
          <a:bodyPr wrap="none" rtlCol="0">
            <a:spAutoFit/>
          </a:bodyPr>
          <a:lstStyle/>
          <a:p>
            <a:r>
              <a:rPr lang="en-US" sz="1200" b="1" u="sng"/>
              <a:t>Delivered (Past Week):</a:t>
            </a:r>
          </a:p>
          <a:p>
            <a:pPr marL="171450" indent="-171450">
              <a:buFont typeface="Arial" panose="020B0604020202020204" pitchFamily="34" charset="0"/>
              <a:buChar char="•"/>
            </a:pPr>
            <a:r>
              <a:rPr lang="en-US" sz="1200"/>
              <a:t>Onboarding documents </a:t>
            </a:r>
          </a:p>
        </p:txBody>
      </p:sp>
      <p:sp>
        <p:nvSpPr>
          <p:cNvPr id="38" name="TextBox 37">
            <a:extLst>
              <a:ext uri="{FF2B5EF4-FFF2-40B4-BE49-F238E27FC236}">
                <a16:creationId xmlns:a16="http://schemas.microsoft.com/office/drawing/2014/main" id="{778DA6BE-3FD3-AD53-3FF2-C1CF7B47C31E}"/>
              </a:ext>
            </a:extLst>
          </p:cNvPr>
          <p:cNvSpPr txBox="1"/>
          <p:nvPr/>
        </p:nvSpPr>
        <p:spPr>
          <a:xfrm>
            <a:off x="323851" y="4682780"/>
            <a:ext cx="2068900" cy="461665"/>
          </a:xfrm>
          <a:prstGeom prst="rect">
            <a:avLst/>
          </a:prstGeom>
          <a:noFill/>
        </p:spPr>
        <p:txBody>
          <a:bodyPr wrap="none" lIns="91440" tIns="45720" rIns="91440" bIns="45720" rtlCol="0" anchor="t">
            <a:spAutoFit/>
          </a:bodyPr>
          <a:lstStyle/>
          <a:p>
            <a:r>
              <a:rPr lang="en-US" sz="1200" b="1" u="sng"/>
              <a:t>Leadership Action Items:</a:t>
            </a:r>
          </a:p>
          <a:p>
            <a:pPr marL="171450" indent="-171450">
              <a:buFont typeface="Arial" panose="020B0604020202020204" pitchFamily="34" charset="0"/>
              <a:buChar char="•"/>
            </a:pPr>
            <a:r>
              <a:rPr lang="en-US" sz="1200">
                <a:cs typeface="Arial"/>
              </a:rPr>
              <a:t>None at this time</a:t>
            </a:r>
          </a:p>
        </p:txBody>
      </p:sp>
      <p:sp>
        <p:nvSpPr>
          <p:cNvPr id="12" name="TextBox 11">
            <a:extLst>
              <a:ext uri="{FF2B5EF4-FFF2-40B4-BE49-F238E27FC236}">
                <a16:creationId xmlns:a16="http://schemas.microsoft.com/office/drawing/2014/main" id="{8F0C4F98-78D2-E3FD-3369-8705FB07B18A}"/>
              </a:ext>
            </a:extLst>
          </p:cNvPr>
          <p:cNvSpPr txBox="1"/>
          <p:nvPr/>
        </p:nvSpPr>
        <p:spPr>
          <a:xfrm>
            <a:off x="322773" y="1150095"/>
            <a:ext cx="2735058" cy="461665"/>
          </a:xfrm>
          <a:prstGeom prst="rect">
            <a:avLst/>
          </a:prstGeom>
          <a:noFill/>
        </p:spPr>
        <p:txBody>
          <a:bodyPr wrap="square" rtlCol="0">
            <a:spAutoFit/>
          </a:bodyPr>
          <a:lstStyle/>
          <a:p>
            <a:r>
              <a:rPr lang="en-US" sz="1200" b="1" u="sng"/>
              <a:t>Risks:</a:t>
            </a:r>
          </a:p>
          <a:p>
            <a:pPr marL="171450" indent="-171450">
              <a:buFont typeface="Arial" panose="020B0604020202020204" pitchFamily="34" charset="0"/>
              <a:buChar char="•"/>
            </a:pPr>
            <a:r>
              <a:rPr lang="en-US" sz="1200"/>
              <a:t>Enterprise customer growth</a:t>
            </a:r>
          </a:p>
        </p:txBody>
      </p:sp>
      <p:sp>
        <p:nvSpPr>
          <p:cNvPr id="15" name="Rectangle 14">
            <a:extLst>
              <a:ext uri="{FF2B5EF4-FFF2-40B4-BE49-F238E27FC236}">
                <a16:creationId xmlns:a16="http://schemas.microsoft.com/office/drawing/2014/main" id="{52526D30-1477-C74D-16C7-61383AD2202A}"/>
              </a:ext>
            </a:extLst>
          </p:cNvPr>
          <p:cNvSpPr/>
          <p:nvPr/>
        </p:nvSpPr>
        <p:spPr>
          <a:xfrm>
            <a:off x="9137323" y="4676775"/>
            <a:ext cx="2733675" cy="1647825"/>
          </a:xfrm>
          <a:prstGeom prst="rect">
            <a:avLst/>
          </a:prstGeom>
          <a:solidFill>
            <a:schemeClr val="accent3">
              <a:lumMod val="40000"/>
              <a:lumOff val="60000"/>
            </a:schemeClr>
          </a:solidFill>
          <a:ln>
            <a:solidFill>
              <a:srgbClr val="676767"/>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a:ln>
                <a:solidFill>
                  <a:srgbClr val="574B7C"/>
                </a:solidFill>
              </a:ln>
              <a:solidFill>
                <a:schemeClr val="tx1"/>
              </a:solidFill>
            </a:endParaRPr>
          </a:p>
        </p:txBody>
      </p:sp>
      <p:sp>
        <p:nvSpPr>
          <p:cNvPr id="19" name="TextBox 18">
            <a:extLst>
              <a:ext uri="{FF2B5EF4-FFF2-40B4-BE49-F238E27FC236}">
                <a16:creationId xmlns:a16="http://schemas.microsoft.com/office/drawing/2014/main" id="{D1449DDE-DD6C-5017-A927-BD5E339A0B86}"/>
              </a:ext>
            </a:extLst>
          </p:cNvPr>
          <p:cNvSpPr txBox="1"/>
          <p:nvPr/>
        </p:nvSpPr>
        <p:spPr>
          <a:xfrm>
            <a:off x="9144000" y="4674263"/>
            <a:ext cx="3043517" cy="1446550"/>
          </a:xfrm>
          <a:prstGeom prst="rect">
            <a:avLst/>
          </a:prstGeom>
          <a:noFill/>
        </p:spPr>
        <p:txBody>
          <a:bodyPr wrap="square" lIns="91440" tIns="45720" rIns="91440" bIns="45720" rtlCol="0" anchor="t">
            <a:spAutoFit/>
          </a:bodyPr>
          <a:lstStyle/>
          <a:p>
            <a:pPr>
              <a:spcAft>
                <a:spcPts val="600"/>
              </a:spcAft>
            </a:pPr>
            <a:r>
              <a:rPr lang="en-US" sz="1200" b="1" u="sng"/>
              <a:t>Project  /  Funding  /  Burn Rate %</a:t>
            </a:r>
          </a:p>
          <a:p>
            <a:pPr marL="171450" indent="-171450">
              <a:spcAft>
                <a:spcPts val="600"/>
              </a:spcAft>
              <a:buFont typeface="Arial" panose="020B0604020202020204" pitchFamily="34" charset="0"/>
              <a:buChar char="•"/>
            </a:pPr>
            <a:r>
              <a:rPr lang="en-US" sz="1400" b="1"/>
              <a:t>Gabriel</a:t>
            </a:r>
            <a:r>
              <a:rPr lang="en-US" sz="1400"/>
              <a:t>    -            $10k    -     0%</a:t>
            </a:r>
            <a:endParaRPr lang="en-US" sz="1400">
              <a:cs typeface="Arial"/>
            </a:endParaRPr>
          </a:p>
          <a:p>
            <a:pPr marL="171450" indent="-171450">
              <a:spcAft>
                <a:spcPts val="600"/>
              </a:spcAft>
              <a:buFont typeface="Arial" panose="020B0604020202020204" pitchFamily="34" charset="0"/>
              <a:buChar char="•"/>
            </a:pPr>
            <a:r>
              <a:rPr lang="en-US" sz="1400" b="1"/>
              <a:t>SAF/AM   </a:t>
            </a:r>
            <a:r>
              <a:rPr lang="en-US" sz="1400"/>
              <a:t>-           $6.7M  -   19%</a:t>
            </a:r>
            <a:endParaRPr lang="en-US"/>
          </a:p>
          <a:p>
            <a:pPr marL="171450" indent="-171450">
              <a:spcAft>
                <a:spcPts val="600"/>
              </a:spcAft>
              <a:buFont typeface="Arial" panose="020B0604020202020204" pitchFamily="34" charset="0"/>
              <a:buChar char="•"/>
            </a:pPr>
            <a:r>
              <a:rPr lang="en-US" sz="1400" b="1"/>
              <a:t>SAF/IA</a:t>
            </a:r>
            <a:r>
              <a:rPr lang="en-US" sz="1400"/>
              <a:t>     -             $3M    -   26%</a:t>
            </a:r>
            <a:endParaRPr lang="en-US" sz="1400">
              <a:cs typeface="Arial"/>
            </a:endParaRPr>
          </a:p>
          <a:p>
            <a:pPr marL="171450" indent="-171450">
              <a:spcAft>
                <a:spcPts val="600"/>
              </a:spcAft>
              <a:buFont typeface="Arial" panose="020B0604020202020204" pitchFamily="34" charset="0"/>
              <a:buChar char="•"/>
            </a:pPr>
            <a:r>
              <a:rPr lang="en-US" sz="1400" b="1"/>
              <a:t>DLA/RPA </a:t>
            </a:r>
            <a:r>
              <a:rPr lang="en-US" sz="1400"/>
              <a:t>-         TBD    -   TBD</a:t>
            </a:r>
            <a:endParaRPr lang="en-US" sz="1400">
              <a:cs typeface="Arial"/>
            </a:endParaRPr>
          </a:p>
        </p:txBody>
      </p:sp>
      <p:sp>
        <p:nvSpPr>
          <p:cNvPr id="20" name="TextBox 19">
            <a:extLst>
              <a:ext uri="{FF2B5EF4-FFF2-40B4-BE49-F238E27FC236}">
                <a16:creationId xmlns:a16="http://schemas.microsoft.com/office/drawing/2014/main" id="{7DEE0DF8-4304-86A2-C297-EF3732281F11}"/>
              </a:ext>
            </a:extLst>
          </p:cNvPr>
          <p:cNvSpPr txBox="1"/>
          <p:nvPr/>
        </p:nvSpPr>
        <p:spPr>
          <a:xfrm>
            <a:off x="3274374" y="3531322"/>
            <a:ext cx="1917513" cy="830997"/>
          </a:xfrm>
          <a:prstGeom prst="rect">
            <a:avLst/>
          </a:prstGeom>
          <a:noFill/>
        </p:spPr>
        <p:txBody>
          <a:bodyPr wrap="none" lIns="91440" tIns="45720" rIns="91440" bIns="45720" rtlCol="0" anchor="t">
            <a:spAutoFit/>
          </a:bodyPr>
          <a:lstStyle/>
          <a:p>
            <a:r>
              <a:rPr lang="en-US" sz="1200" b="1" u="sng"/>
              <a:t>Upcoming (30 Days):</a:t>
            </a:r>
          </a:p>
          <a:p>
            <a:pPr marL="171450" indent="-171450">
              <a:buFont typeface="Arial" panose="020B0604020202020204" pitchFamily="34" charset="0"/>
              <a:buChar char="•"/>
            </a:pPr>
            <a:r>
              <a:rPr lang="en-US" sz="1200">
                <a:cs typeface="Arial"/>
              </a:rPr>
              <a:t>Roadmap / IMS</a:t>
            </a:r>
            <a:endParaRPr lang="en-US" sz="1200"/>
          </a:p>
          <a:p>
            <a:pPr marL="171450" indent="-171450">
              <a:buFont typeface="Arial" panose="020B0604020202020204" pitchFamily="34" charset="0"/>
              <a:buChar char="•"/>
            </a:pPr>
            <a:r>
              <a:rPr lang="en-US" sz="1200"/>
              <a:t>Change management</a:t>
            </a:r>
            <a:endParaRPr lang="en-US"/>
          </a:p>
          <a:p>
            <a:pPr marL="171450" indent="-171450">
              <a:buFont typeface="Arial" panose="020B0604020202020204" pitchFamily="34" charset="0"/>
              <a:buChar char="•"/>
            </a:pPr>
            <a:r>
              <a:rPr lang="en-US" sz="1200"/>
              <a:t>Operational Integration</a:t>
            </a:r>
            <a:endParaRPr lang="en-US" sz="1200">
              <a:cs typeface="Arial"/>
            </a:endParaRPr>
          </a:p>
        </p:txBody>
      </p:sp>
      <p:sp>
        <p:nvSpPr>
          <p:cNvPr id="21" name="TextBox 20">
            <a:extLst>
              <a:ext uri="{FF2B5EF4-FFF2-40B4-BE49-F238E27FC236}">
                <a16:creationId xmlns:a16="http://schemas.microsoft.com/office/drawing/2014/main" id="{9FB8A342-11BA-3543-0B76-7BC6716C5832}"/>
              </a:ext>
            </a:extLst>
          </p:cNvPr>
          <p:cNvSpPr txBox="1"/>
          <p:nvPr/>
        </p:nvSpPr>
        <p:spPr>
          <a:xfrm>
            <a:off x="3262381" y="1144526"/>
            <a:ext cx="1927131" cy="646331"/>
          </a:xfrm>
          <a:prstGeom prst="rect">
            <a:avLst/>
          </a:prstGeom>
          <a:noFill/>
        </p:spPr>
        <p:txBody>
          <a:bodyPr wrap="none" lIns="91440" tIns="45720" rIns="91440" bIns="45720" rtlCol="0" anchor="t">
            <a:spAutoFit/>
          </a:bodyPr>
          <a:lstStyle/>
          <a:p>
            <a:r>
              <a:rPr lang="en-US" sz="1200" b="1" u="sng"/>
              <a:t>Risks:</a:t>
            </a:r>
          </a:p>
          <a:p>
            <a:pPr marL="171450" indent="-171450">
              <a:buFont typeface="Arial"/>
              <a:buChar char="•"/>
            </a:pPr>
            <a:r>
              <a:rPr lang="en-US" sz="1200">
                <a:solidFill>
                  <a:srgbClr val="000000"/>
                </a:solidFill>
                <a:cs typeface="Arial"/>
              </a:rPr>
              <a:t>Project margins </a:t>
            </a:r>
          </a:p>
          <a:p>
            <a:pPr marL="171450" indent="-171450">
              <a:buFont typeface="Arial"/>
              <a:buChar char="•"/>
            </a:pPr>
            <a:r>
              <a:rPr lang="en-US" sz="1200">
                <a:cs typeface="Arial"/>
              </a:rPr>
              <a:t>Government Shutdown</a:t>
            </a:r>
          </a:p>
        </p:txBody>
      </p:sp>
      <p:sp>
        <p:nvSpPr>
          <p:cNvPr id="24" name="TextBox 23">
            <a:extLst>
              <a:ext uri="{FF2B5EF4-FFF2-40B4-BE49-F238E27FC236}">
                <a16:creationId xmlns:a16="http://schemas.microsoft.com/office/drawing/2014/main" id="{32803E69-9BBC-E596-5559-8E054BAA415B}"/>
              </a:ext>
            </a:extLst>
          </p:cNvPr>
          <p:cNvSpPr txBox="1"/>
          <p:nvPr/>
        </p:nvSpPr>
        <p:spPr>
          <a:xfrm>
            <a:off x="6195859" y="1987016"/>
            <a:ext cx="893193" cy="461665"/>
          </a:xfrm>
          <a:prstGeom prst="rect">
            <a:avLst/>
          </a:prstGeom>
          <a:noFill/>
        </p:spPr>
        <p:txBody>
          <a:bodyPr wrap="none" rtlCol="0">
            <a:spAutoFit/>
          </a:bodyPr>
          <a:lstStyle/>
          <a:p>
            <a:r>
              <a:rPr lang="en-US" sz="1200" b="1" u="sng"/>
              <a:t>Past Due:</a:t>
            </a:r>
          </a:p>
          <a:p>
            <a:pPr marL="171450" indent="-171450">
              <a:buFont typeface="Arial" panose="020B0604020202020204" pitchFamily="34" charset="0"/>
              <a:buChar char="•"/>
            </a:pPr>
            <a:r>
              <a:rPr lang="en-US" sz="1200"/>
              <a:t>None</a:t>
            </a:r>
          </a:p>
        </p:txBody>
      </p:sp>
      <p:sp>
        <p:nvSpPr>
          <p:cNvPr id="26" name="TextBox 25">
            <a:extLst>
              <a:ext uri="{FF2B5EF4-FFF2-40B4-BE49-F238E27FC236}">
                <a16:creationId xmlns:a16="http://schemas.microsoft.com/office/drawing/2014/main" id="{99A72563-99AD-FE09-EE3C-92374BCECCAF}"/>
              </a:ext>
            </a:extLst>
          </p:cNvPr>
          <p:cNvSpPr txBox="1"/>
          <p:nvPr/>
        </p:nvSpPr>
        <p:spPr>
          <a:xfrm>
            <a:off x="6213036" y="3531321"/>
            <a:ext cx="1830950" cy="646331"/>
          </a:xfrm>
          <a:prstGeom prst="rect">
            <a:avLst/>
          </a:prstGeom>
          <a:noFill/>
        </p:spPr>
        <p:txBody>
          <a:bodyPr wrap="none" rtlCol="0">
            <a:spAutoFit/>
          </a:bodyPr>
          <a:lstStyle/>
          <a:p>
            <a:r>
              <a:rPr lang="en-US" sz="1200" b="1" u="sng"/>
              <a:t>Upcoming (30 Days):</a:t>
            </a:r>
          </a:p>
          <a:p>
            <a:pPr marL="171450" indent="-171450">
              <a:buFont typeface="Arial" panose="020B0604020202020204" pitchFamily="34" charset="0"/>
              <a:buChar char="•"/>
            </a:pPr>
            <a:r>
              <a:rPr lang="en-US" sz="1200"/>
              <a:t>Change management</a:t>
            </a:r>
          </a:p>
          <a:p>
            <a:pPr marL="171450" indent="-171450">
              <a:buFont typeface="Arial" panose="020B0604020202020204" pitchFamily="34" charset="0"/>
              <a:buChar char="•"/>
            </a:pPr>
            <a:r>
              <a:rPr lang="en-US" sz="1200"/>
              <a:t>Support expansion</a:t>
            </a:r>
          </a:p>
        </p:txBody>
      </p:sp>
      <p:sp>
        <p:nvSpPr>
          <p:cNvPr id="28" name="TextBox 27">
            <a:extLst>
              <a:ext uri="{FF2B5EF4-FFF2-40B4-BE49-F238E27FC236}">
                <a16:creationId xmlns:a16="http://schemas.microsoft.com/office/drawing/2014/main" id="{20C40FBD-3212-957B-377F-C6803733B9C7}"/>
              </a:ext>
            </a:extLst>
          </p:cNvPr>
          <p:cNvSpPr txBox="1"/>
          <p:nvPr/>
        </p:nvSpPr>
        <p:spPr>
          <a:xfrm>
            <a:off x="6214909" y="1145902"/>
            <a:ext cx="1467068" cy="461665"/>
          </a:xfrm>
          <a:prstGeom prst="rect">
            <a:avLst/>
          </a:prstGeom>
          <a:noFill/>
        </p:spPr>
        <p:txBody>
          <a:bodyPr wrap="none" rtlCol="0">
            <a:spAutoFit/>
          </a:bodyPr>
          <a:lstStyle/>
          <a:p>
            <a:r>
              <a:rPr lang="en-US" sz="1200" b="1" u="sng"/>
              <a:t>Risks:</a:t>
            </a:r>
          </a:p>
          <a:p>
            <a:pPr marL="171450" indent="-171450">
              <a:buFont typeface="Arial" panose="020B0604020202020204" pitchFamily="34" charset="0"/>
              <a:buChar char="•"/>
            </a:pPr>
            <a:r>
              <a:rPr lang="en-US" sz="1200"/>
              <a:t>Project margins </a:t>
            </a:r>
          </a:p>
        </p:txBody>
      </p:sp>
      <p:sp>
        <p:nvSpPr>
          <p:cNvPr id="29" name="TextBox 28">
            <a:extLst>
              <a:ext uri="{FF2B5EF4-FFF2-40B4-BE49-F238E27FC236}">
                <a16:creationId xmlns:a16="http://schemas.microsoft.com/office/drawing/2014/main" id="{8E2C39B6-F3CF-B890-B78E-CFDA6FC83DE8}"/>
              </a:ext>
            </a:extLst>
          </p:cNvPr>
          <p:cNvSpPr txBox="1"/>
          <p:nvPr/>
        </p:nvSpPr>
        <p:spPr>
          <a:xfrm>
            <a:off x="9136394" y="1987016"/>
            <a:ext cx="893193" cy="461665"/>
          </a:xfrm>
          <a:prstGeom prst="rect">
            <a:avLst/>
          </a:prstGeom>
          <a:noFill/>
        </p:spPr>
        <p:txBody>
          <a:bodyPr wrap="none" rtlCol="0">
            <a:spAutoFit/>
          </a:bodyPr>
          <a:lstStyle/>
          <a:p>
            <a:r>
              <a:rPr lang="en-US" sz="1200" b="1" u="sng"/>
              <a:t>Past Due:</a:t>
            </a:r>
          </a:p>
          <a:p>
            <a:pPr marL="171450" indent="-171450">
              <a:buFont typeface="Arial" panose="020B0604020202020204" pitchFamily="34" charset="0"/>
              <a:buChar char="•"/>
            </a:pPr>
            <a:r>
              <a:rPr lang="en-US" sz="1200"/>
              <a:t>None</a:t>
            </a:r>
          </a:p>
        </p:txBody>
      </p:sp>
      <p:sp>
        <p:nvSpPr>
          <p:cNvPr id="30" name="TextBox 29">
            <a:extLst>
              <a:ext uri="{FF2B5EF4-FFF2-40B4-BE49-F238E27FC236}">
                <a16:creationId xmlns:a16="http://schemas.microsoft.com/office/drawing/2014/main" id="{B3254E19-5DDD-3036-05C0-963D4EA660BD}"/>
              </a:ext>
            </a:extLst>
          </p:cNvPr>
          <p:cNvSpPr txBox="1"/>
          <p:nvPr/>
        </p:nvSpPr>
        <p:spPr>
          <a:xfrm>
            <a:off x="9153526" y="3531321"/>
            <a:ext cx="2714624" cy="646331"/>
          </a:xfrm>
          <a:prstGeom prst="rect">
            <a:avLst/>
          </a:prstGeom>
          <a:noFill/>
        </p:spPr>
        <p:txBody>
          <a:bodyPr wrap="square" rtlCol="0">
            <a:spAutoFit/>
          </a:bodyPr>
          <a:lstStyle/>
          <a:p>
            <a:r>
              <a:rPr lang="en-US" sz="1200" b="1" u="sng"/>
              <a:t>Upcoming (30 Days):</a:t>
            </a:r>
          </a:p>
          <a:p>
            <a:pPr marL="171450" indent="-171450">
              <a:buFont typeface="Arial" panose="020B0604020202020204" pitchFamily="34" charset="0"/>
              <a:buChar char="•"/>
            </a:pPr>
            <a:r>
              <a:rPr lang="en-US" sz="1200"/>
              <a:t>Project Kickoff planning in progress </a:t>
            </a:r>
          </a:p>
        </p:txBody>
      </p:sp>
      <p:sp>
        <p:nvSpPr>
          <p:cNvPr id="32" name="TextBox 31">
            <a:extLst>
              <a:ext uri="{FF2B5EF4-FFF2-40B4-BE49-F238E27FC236}">
                <a16:creationId xmlns:a16="http://schemas.microsoft.com/office/drawing/2014/main" id="{6AF0C3E7-8279-8511-8620-99331E6297D2}"/>
              </a:ext>
            </a:extLst>
          </p:cNvPr>
          <p:cNvSpPr txBox="1"/>
          <p:nvPr/>
        </p:nvSpPr>
        <p:spPr>
          <a:xfrm>
            <a:off x="9163048" y="1135967"/>
            <a:ext cx="2733674" cy="646331"/>
          </a:xfrm>
          <a:prstGeom prst="rect">
            <a:avLst/>
          </a:prstGeom>
          <a:noFill/>
        </p:spPr>
        <p:txBody>
          <a:bodyPr wrap="square" rtlCol="0">
            <a:spAutoFit/>
          </a:bodyPr>
          <a:lstStyle/>
          <a:p>
            <a:r>
              <a:rPr lang="en-US" sz="1200" b="1" u="sng"/>
              <a:t>Risks:</a:t>
            </a:r>
          </a:p>
          <a:p>
            <a:pPr marL="171450" marR="0" lvl="0" indent="-171450">
              <a:buFont typeface="Arial"/>
              <a:buChar char="•"/>
            </a:pPr>
            <a:r>
              <a:rPr lang="en-US" sz="1200">
                <a:solidFill>
                  <a:srgbClr val="000000"/>
                </a:solidFill>
              </a:rPr>
              <a:t>Government Shutdown</a:t>
            </a:r>
          </a:p>
          <a:p>
            <a:pPr marL="171450" marR="0" lvl="0" indent="-171450">
              <a:buFont typeface="Arial"/>
              <a:buChar char="•"/>
            </a:pPr>
            <a:r>
              <a:rPr lang="en-US" sz="1200">
                <a:solidFill>
                  <a:srgbClr val="000000"/>
                </a:solidFill>
              </a:rPr>
              <a:t>Sub-K Execution </a:t>
            </a:r>
          </a:p>
        </p:txBody>
      </p:sp>
    </p:spTree>
    <p:extLst>
      <p:ext uri="{BB962C8B-B14F-4D97-AF65-F5344CB8AC3E}">
        <p14:creationId xmlns:p14="http://schemas.microsoft.com/office/powerpoint/2010/main" val="352909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8">
          <a:extLst>
            <a:ext uri="{FF2B5EF4-FFF2-40B4-BE49-F238E27FC236}">
              <a16:creationId xmlns:a16="http://schemas.microsoft.com/office/drawing/2014/main" id="{5F2469B1-6334-59A5-DC03-DA5B06C1500D}"/>
            </a:ext>
          </a:extLst>
        </p:cNvPr>
        <p:cNvGrpSpPr/>
        <p:nvPr/>
      </p:nvGrpSpPr>
      <p:grpSpPr>
        <a:xfrm>
          <a:off x="0" y="0"/>
          <a:ext cx="0" cy="0"/>
          <a:chOff x="0" y="0"/>
          <a:chExt cx="0" cy="0"/>
        </a:xfrm>
      </p:grpSpPr>
      <p:sp>
        <p:nvSpPr>
          <p:cNvPr id="829" name="Google Shape;829;p23">
            <a:extLst>
              <a:ext uri="{FF2B5EF4-FFF2-40B4-BE49-F238E27FC236}">
                <a16:creationId xmlns:a16="http://schemas.microsoft.com/office/drawing/2014/main" id="{D2ECBD17-E5F8-0519-9774-3C0B327B80E3}"/>
              </a:ext>
            </a:extLst>
          </p:cNvPr>
          <p:cNvSpPr/>
          <p:nvPr/>
        </p:nvSpPr>
        <p:spPr>
          <a:xfrm>
            <a:off x="11696236" y="6479054"/>
            <a:ext cx="544582" cy="307777"/>
          </a:xfrm>
          <a:prstGeom prst="rect">
            <a:avLst/>
          </a:prstGeom>
          <a:noFill/>
          <a:ln>
            <a:noFill/>
          </a:ln>
        </p:spPr>
        <p:txBody>
          <a:bodyPr spcFirstLastPara="1" wrap="square" lIns="91425" tIns="45700" rIns="91425" bIns="45700" anchor="b"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0" cap="none" spc="0" normalizeH="0" baseline="0" noProof="0">
                <a:ln>
                  <a:noFill/>
                </a:ln>
                <a:solidFill>
                  <a:srgbClr val="7030A0"/>
                </a:solidFill>
                <a:effectLst/>
                <a:uLnTx/>
                <a:uFillTx/>
                <a:latin typeface="Avenir"/>
                <a:ea typeface="Avenir"/>
                <a:cs typeface="Avenir"/>
                <a:sym typeface="Avenir"/>
              </a:rPr>
              <a:t>| 10</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4" name="Picture 3">
            <a:extLst>
              <a:ext uri="{FF2B5EF4-FFF2-40B4-BE49-F238E27FC236}">
                <a16:creationId xmlns:a16="http://schemas.microsoft.com/office/drawing/2014/main" id="{BC845FBA-C658-4750-B036-AADC971630D8}"/>
              </a:ext>
            </a:extLst>
          </p:cNvPr>
          <p:cNvPicPr>
            <a:picLocks noChangeAspect="1"/>
          </p:cNvPicPr>
          <p:nvPr/>
        </p:nvPicPr>
        <p:blipFill>
          <a:blip r:embed="rId3"/>
          <a:stretch>
            <a:fillRect/>
          </a:stretch>
        </p:blipFill>
        <p:spPr>
          <a:xfrm>
            <a:off x="6567" y="6461450"/>
            <a:ext cx="12227684" cy="393685"/>
          </a:xfrm>
          <a:prstGeom prst="rect">
            <a:avLst/>
          </a:prstGeom>
        </p:spPr>
      </p:pic>
      <p:sp>
        <p:nvSpPr>
          <p:cNvPr id="5" name="bg object 16">
            <a:extLst>
              <a:ext uri="{FF2B5EF4-FFF2-40B4-BE49-F238E27FC236}">
                <a16:creationId xmlns:a16="http://schemas.microsoft.com/office/drawing/2014/main" id="{A3E8F84E-57DA-A9C9-6AFD-306BE417B655}"/>
              </a:ext>
            </a:extLst>
          </p:cNvPr>
          <p:cNvSpPr/>
          <p:nvPr/>
        </p:nvSpPr>
        <p:spPr>
          <a:xfrm>
            <a:off x="0" y="2865"/>
            <a:ext cx="12192000" cy="596159"/>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rgbClr val="574B7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cs typeface="Arial"/>
              <a:sym typeface="Arial"/>
            </a:endParaRPr>
          </a:p>
        </p:txBody>
      </p:sp>
      <p:sp>
        <p:nvSpPr>
          <p:cNvPr id="834" name="Google Shape;834;p23">
            <a:extLst>
              <a:ext uri="{FF2B5EF4-FFF2-40B4-BE49-F238E27FC236}">
                <a16:creationId xmlns:a16="http://schemas.microsoft.com/office/drawing/2014/main" id="{38F6DEC2-DAE8-217E-1D76-54D3433E5891}"/>
              </a:ext>
            </a:extLst>
          </p:cNvPr>
          <p:cNvSpPr txBox="1"/>
          <p:nvPr/>
        </p:nvSpPr>
        <p:spPr>
          <a:xfrm>
            <a:off x="-108300" y="-34562"/>
            <a:ext cx="12227684" cy="652871"/>
          </a:xfrm>
          <a:prstGeom prst="rect">
            <a:avLst/>
          </a:prstGeom>
          <a:noFill/>
          <a:ln>
            <a:noFill/>
          </a:ln>
        </p:spPr>
        <p:txBody>
          <a:bodyPr spcFirstLastPara="1" wrap="square" lIns="91425" tIns="45700" rIns="91425" bIns="45700" anchor="ctr" anchorCtr="0">
            <a:noAutofit/>
          </a:bodyPr>
          <a:lstStyle/>
          <a:p>
            <a:pPr algn="ctr" defTabSz="914400">
              <a:defRPr/>
            </a:pPr>
            <a:r>
              <a:rPr lang="en-US" sz="2800" b="1" kern="0">
                <a:solidFill>
                  <a:srgbClr val="FFFFFF"/>
                </a:solidFill>
                <a:ea typeface="+mn-lt"/>
                <a:cs typeface="+mn-lt"/>
                <a:sym typeface="Avenir"/>
              </a:rPr>
              <a:t>Customer Ops, Key Decisions Needed — Roll-Up</a:t>
            </a:r>
            <a:endParaRPr lang="en-US"/>
          </a:p>
        </p:txBody>
      </p:sp>
      <p:sp>
        <p:nvSpPr>
          <p:cNvPr id="16" name="TextBox 15">
            <a:extLst>
              <a:ext uri="{FF2B5EF4-FFF2-40B4-BE49-F238E27FC236}">
                <a16:creationId xmlns:a16="http://schemas.microsoft.com/office/drawing/2014/main" id="{24429C4C-D455-0B23-746E-4F0B6A119044}"/>
              </a:ext>
            </a:extLst>
          </p:cNvPr>
          <p:cNvSpPr txBox="1">
            <a:spLocks noChangeAspect="1"/>
          </p:cNvSpPr>
          <p:nvPr/>
        </p:nvSpPr>
        <p:spPr>
          <a:xfrm>
            <a:off x="262672" y="742168"/>
            <a:ext cx="11666656" cy="5632311"/>
          </a:xfrm>
          <a:prstGeom prst="rect">
            <a:avLst/>
          </a:prstGeom>
          <a:noFill/>
          <a:ln>
            <a:solidFill>
              <a:schemeClr val="tx1"/>
            </a:solidFill>
          </a:ln>
          <a:effectLst>
            <a:glow rad="38100">
              <a:srgbClr val="553F93"/>
            </a:glow>
          </a:effectLst>
        </p:spPr>
        <p:txBody>
          <a:bodyPr wrap="square" lIns="91440" tIns="45720" rIns="91440" bIns="45720" rtlCol="0" anchor="t">
            <a:spAutoFit/>
          </a:bodyPr>
          <a:lstStyle/>
          <a:p>
            <a:pPr algn="ctr"/>
            <a:endParaRPr lang="en-US"/>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p:txBody>
      </p:sp>
      <p:cxnSp>
        <p:nvCxnSpPr>
          <p:cNvPr id="10" name="Straight Arrow Connector 9">
            <a:extLst>
              <a:ext uri="{FF2B5EF4-FFF2-40B4-BE49-F238E27FC236}">
                <a16:creationId xmlns:a16="http://schemas.microsoft.com/office/drawing/2014/main" id="{3CC22CB2-6371-8A5D-770E-766199C99EE9}"/>
              </a:ext>
            </a:extLst>
          </p:cNvPr>
          <p:cNvCxnSpPr>
            <a:cxnSpLocks/>
          </p:cNvCxnSpPr>
          <p:nvPr/>
        </p:nvCxnSpPr>
        <p:spPr>
          <a:xfrm>
            <a:off x="455384" y="7475856"/>
            <a:ext cx="295319" cy="6217"/>
          </a:xfrm>
          <a:prstGeom prst="straightConnector1">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B35FD4AC-0983-E493-66AA-D1760A401B80}"/>
              </a:ext>
            </a:extLst>
          </p:cNvPr>
          <p:cNvGraphicFramePr>
            <a:graphicFrameLocks noGrp="1"/>
          </p:cNvGraphicFramePr>
          <p:nvPr>
            <p:extLst>
              <p:ext uri="{D42A27DB-BD31-4B8C-83A1-F6EECF244321}">
                <p14:modId xmlns:p14="http://schemas.microsoft.com/office/powerpoint/2010/main" val="3497237197"/>
              </p:ext>
            </p:extLst>
          </p:nvPr>
        </p:nvGraphicFramePr>
        <p:xfrm>
          <a:off x="301700" y="757721"/>
          <a:ext cx="11627627" cy="5644018"/>
        </p:xfrm>
        <a:graphic>
          <a:graphicData uri="http://schemas.openxmlformats.org/drawingml/2006/table">
            <a:tbl>
              <a:tblPr firstRow="1" bandRow="1">
                <a:tableStyleId>{073A0DAA-6AF3-43AB-8588-CEC1D06C72B9}</a:tableStyleId>
              </a:tblPr>
              <a:tblGrid>
                <a:gridCol w="4237049">
                  <a:extLst>
                    <a:ext uri="{9D8B030D-6E8A-4147-A177-3AD203B41FA5}">
                      <a16:colId xmlns:a16="http://schemas.microsoft.com/office/drawing/2014/main" val="1000236848"/>
                    </a:ext>
                  </a:extLst>
                </a:gridCol>
                <a:gridCol w="1712422">
                  <a:extLst>
                    <a:ext uri="{9D8B030D-6E8A-4147-A177-3AD203B41FA5}">
                      <a16:colId xmlns:a16="http://schemas.microsoft.com/office/drawing/2014/main" val="2228813298"/>
                    </a:ext>
                  </a:extLst>
                </a:gridCol>
                <a:gridCol w="1712422">
                  <a:extLst>
                    <a:ext uri="{9D8B030D-6E8A-4147-A177-3AD203B41FA5}">
                      <a16:colId xmlns:a16="http://schemas.microsoft.com/office/drawing/2014/main" val="489522608"/>
                    </a:ext>
                  </a:extLst>
                </a:gridCol>
                <a:gridCol w="3965734">
                  <a:extLst>
                    <a:ext uri="{9D8B030D-6E8A-4147-A177-3AD203B41FA5}">
                      <a16:colId xmlns:a16="http://schemas.microsoft.com/office/drawing/2014/main" val="577966254"/>
                    </a:ext>
                  </a:extLst>
                </a:gridCol>
              </a:tblGrid>
              <a:tr h="1037828">
                <a:tc>
                  <a:txBody>
                    <a:bodyPr/>
                    <a:lstStyle/>
                    <a:p>
                      <a:pPr algn="ctr"/>
                      <a:r>
                        <a:rPr lang="en-US" sz="1800"/>
                        <a:t>Decision</a:t>
                      </a:r>
                    </a:p>
                  </a:txBody>
                  <a:tcPr anchor="ctr">
                    <a:solidFill>
                      <a:srgbClr val="574B7C"/>
                    </a:solidFill>
                  </a:tcPr>
                </a:tc>
                <a:tc>
                  <a:txBody>
                    <a:bodyPr/>
                    <a:lstStyle/>
                    <a:p>
                      <a:pPr algn="ctr"/>
                      <a:r>
                        <a:rPr lang="en-US" sz="1800"/>
                        <a:t>Owner</a:t>
                      </a:r>
                    </a:p>
                  </a:txBody>
                  <a:tcPr anchor="ctr">
                    <a:solidFill>
                      <a:srgbClr val="574B7C"/>
                    </a:solidFill>
                  </a:tcPr>
                </a:tc>
                <a:tc>
                  <a:txBody>
                    <a:bodyPr/>
                    <a:lstStyle/>
                    <a:p>
                      <a:pPr algn="ctr"/>
                      <a:r>
                        <a:rPr lang="en-US" sz="1800"/>
                        <a:t>Due</a:t>
                      </a:r>
                    </a:p>
                  </a:txBody>
                  <a:tcPr anchor="ctr">
                    <a:solidFill>
                      <a:srgbClr val="574B7C"/>
                    </a:solidFill>
                  </a:tcPr>
                </a:tc>
                <a:tc>
                  <a:txBody>
                    <a:bodyPr/>
                    <a:lstStyle/>
                    <a:p>
                      <a:pPr algn="ctr"/>
                      <a:r>
                        <a:rPr lang="en-US" sz="1800"/>
                        <a:t>Context</a:t>
                      </a:r>
                    </a:p>
                  </a:txBody>
                  <a:tcPr anchor="ctr">
                    <a:solidFill>
                      <a:srgbClr val="574B7C"/>
                    </a:solidFill>
                  </a:tcPr>
                </a:tc>
                <a:extLst>
                  <a:ext uri="{0D108BD9-81ED-4DB2-BD59-A6C34878D82A}">
                    <a16:rowId xmlns:a16="http://schemas.microsoft.com/office/drawing/2014/main" val="544840382"/>
                  </a:ext>
                </a:extLst>
              </a:tr>
              <a:tr h="921238">
                <a:tc>
                  <a:txBody>
                    <a:bodyPr/>
                    <a:lstStyle/>
                    <a:p>
                      <a:r>
                        <a:rPr lang="en-US"/>
                        <a:t>None</a:t>
                      </a:r>
                    </a:p>
                  </a:txBody>
                  <a:tcPr anchor="ctr"/>
                </a:tc>
                <a:tc>
                  <a:txBody>
                    <a:bodyPr/>
                    <a:lstStyle/>
                    <a:p>
                      <a:r>
                        <a:rPr lang="en-US"/>
                        <a:t>N/A</a:t>
                      </a:r>
                    </a:p>
                  </a:txBody>
                  <a:tcPr anchor="ctr"/>
                </a:tc>
                <a:tc>
                  <a:txBody>
                    <a:bodyPr/>
                    <a:lstStyle/>
                    <a:p>
                      <a:r>
                        <a:rPr lang="en-US"/>
                        <a:t>N/A</a:t>
                      </a:r>
                    </a:p>
                  </a:txBody>
                  <a:tcPr anchor="ctr"/>
                </a:tc>
                <a:tc>
                  <a:txBody>
                    <a:bodyPr/>
                    <a:lstStyle/>
                    <a:p>
                      <a:r>
                        <a:rPr lang="en-US"/>
                        <a:t>N/A </a:t>
                      </a:r>
                    </a:p>
                  </a:txBody>
                  <a:tcPr anchor="ctr"/>
                </a:tc>
                <a:extLst>
                  <a:ext uri="{0D108BD9-81ED-4DB2-BD59-A6C34878D82A}">
                    <a16:rowId xmlns:a16="http://schemas.microsoft.com/office/drawing/2014/main" val="3081754130"/>
                  </a:ext>
                </a:extLst>
              </a:tr>
              <a:tr h="921238">
                <a:tc>
                  <a:txBody>
                    <a:bodyPr/>
                    <a:lstStyle/>
                    <a:p>
                      <a:endParaRPr lang="en-US"/>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504658325"/>
                  </a:ext>
                </a:extLst>
              </a:tr>
              <a:tr h="921238">
                <a:tc>
                  <a:txBody>
                    <a:bodyPr/>
                    <a:lstStyle/>
                    <a:p>
                      <a:endParaRPr lang="en-US"/>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3093508403"/>
                  </a:ext>
                </a:extLst>
              </a:tr>
              <a:tr h="921238">
                <a:tc>
                  <a:txBody>
                    <a:bodyPr/>
                    <a:lstStyle/>
                    <a:p>
                      <a:endParaRPr lang="en-US"/>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2139303984"/>
                  </a:ext>
                </a:extLst>
              </a:tr>
              <a:tr h="921238">
                <a:tc>
                  <a:txBody>
                    <a:bodyPr/>
                    <a:lstStyle/>
                    <a:p>
                      <a:endParaRPr lang="en-US"/>
                    </a:p>
                  </a:txBody>
                  <a:tcPr anchor="ctr"/>
                </a:tc>
                <a:tc>
                  <a:txBody>
                    <a:bodyPr/>
                    <a:lstStyle/>
                    <a:p>
                      <a:endParaRPr lang="en-US"/>
                    </a:p>
                  </a:txBody>
                  <a:tcPr anchor="ctr"/>
                </a:tc>
                <a:tc>
                  <a:txBody>
                    <a:bodyPr/>
                    <a:lstStyle/>
                    <a:p>
                      <a:endParaRPr lang="en-US"/>
                    </a:p>
                  </a:txBody>
                  <a:tcPr anchor="ctr"/>
                </a:tc>
                <a:tc>
                  <a:txBody>
                    <a:bodyPr/>
                    <a:lstStyle/>
                    <a:p>
                      <a:endParaRPr lang="en-US"/>
                    </a:p>
                  </a:txBody>
                  <a:tcPr anchor="ctr"/>
                </a:tc>
                <a:extLst>
                  <a:ext uri="{0D108BD9-81ED-4DB2-BD59-A6C34878D82A}">
                    <a16:rowId xmlns:a16="http://schemas.microsoft.com/office/drawing/2014/main" val="3640023967"/>
                  </a:ext>
                </a:extLst>
              </a:tr>
            </a:tbl>
          </a:graphicData>
        </a:graphic>
      </p:graphicFrame>
      <p:sp>
        <p:nvSpPr>
          <p:cNvPr id="2" name="TextBox 1">
            <a:extLst>
              <a:ext uri="{FF2B5EF4-FFF2-40B4-BE49-F238E27FC236}">
                <a16:creationId xmlns:a16="http://schemas.microsoft.com/office/drawing/2014/main" id="{6C990F55-8362-1756-0365-087FACEDFE05}"/>
              </a:ext>
            </a:extLst>
          </p:cNvPr>
          <p:cNvSpPr txBox="1"/>
          <p:nvPr/>
        </p:nvSpPr>
        <p:spPr>
          <a:xfrm>
            <a:off x="10629900" y="282172"/>
            <a:ext cx="1597784" cy="307777"/>
          </a:xfrm>
          <a:prstGeom prst="rect">
            <a:avLst/>
          </a:prstGeom>
          <a:noFill/>
        </p:spPr>
        <p:txBody>
          <a:bodyPr wrap="square" lIns="91440" tIns="45720" rIns="91440" bIns="45720" rtlCol="0" anchor="t">
            <a:spAutoFit/>
          </a:bodyPr>
          <a:lstStyle/>
          <a:p>
            <a:pPr algn="ctr"/>
            <a:r>
              <a:rPr lang="en-US" sz="1400">
                <a:solidFill>
                  <a:schemeClr val="bg1"/>
                </a:solidFill>
              </a:rPr>
              <a:t>As of: 10/30/25</a:t>
            </a:r>
          </a:p>
        </p:txBody>
      </p:sp>
    </p:spTree>
    <p:extLst>
      <p:ext uri="{BB962C8B-B14F-4D97-AF65-F5344CB8AC3E}">
        <p14:creationId xmlns:p14="http://schemas.microsoft.com/office/powerpoint/2010/main" val="4250378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8">
          <a:extLst>
            <a:ext uri="{FF2B5EF4-FFF2-40B4-BE49-F238E27FC236}">
              <a16:creationId xmlns:a16="http://schemas.microsoft.com/office/drawing/2014/main" id="{7A6C6A5C-C659-5BA9-9300-951CF5DAB59F}"/>
            </a:ext>
          </a:extLst>
        </p:cNvPr>
        <p:cNvGrpSpPr/>
        <p:nvPr/>
      </p:nvGrpSpPr>
      <p:grpSpPr>
        <a:xfrm>
          <a:off x="0" y="0"/>
          <a:ext cx="0" cy="0"/>
          <a:chOff x="0" y="0"/>
          <a:chExt cx="0" cy="0"/>
        </a:xfrm>
      </p:grpSpPr>
      <p:sp>
        <p:nvSpPr>
          <p:cNvPr id="829" name="Google Shape;829;p23">
            <a:extLst>
              <a:ext uri="{FF2B5EF4-FFF2-40B4-BE49-F238E27FC236}">
                <a16:creationId xmlns:a16="http://schemas.microsoft.com/office/drawing/2014/main" id="{F892B65F-4EB9-5651-FF05-F0DA46C1FF98}"/>
              </a:ext>
            </a:extLst>
          </p:cNvPr>
          <p:cNvSpPr/>
          <p:nvPr/>
        </p:nvSpPr>
        <p:spPr>
          <a:xfrm>
            <a:off x="11696236" y="6479054"/>
            <a:ext cx="544582" cy="307777"/>
          </a:xfrm>
          <a:prstGeom prst="rect">
            <a:avLst/>
          </a:prstGeom>
          <a:noFill/>
          <a:ln>
            <a:noFill/>
          </a:ln>
        </p:spPr>
        <p:txBody>
          <a:bodyPr spcFirstLastPara="1" wrap="square" lIns="91425" tIns="45700" rIns="91425" bIns="45700" anchor="b"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0" cap="none" spc="0" normalizeH="0" baseline="0" noProof="0">
                <a:ln>
                  <a:noFill/>
                </a:ln>
                <a:solidFill>
                  <a:srgbClr val="7030A0"/>
                </a:solidFill>
                <a:effectLst/>
                <a:uLnTx/>
                <a:uFillTx/>
                <a:latin typeface="Avenir"/>
                <a:ea typeface="Avenir"/>
                <a:cs typeface="Avenir"/>
                <a:sym typeface="Avenir"/>
              </a:rPr>
              <a:t>| 10</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4" name="Picture 3">
            <a:extLst>
              <a:ext uri="{FF2B5EF4-FFF2-40B4-BE49-F238E27FC236}">
                <a16:creationId xmlns:a16="http://schemas.microsoft.com/office/drawing/2014/main" id="{BE73D136-3BAB-6357-348C-9C68A0CC9644}"/>
              </a:ext>
            </a:extLst>
          </p:cNvPr>
          <p:cNvPicPr>
            <a:picLocks noChangeAspect="1"/>
          </p:cNvPicPr>
          <p:nvPr/>
        </p:nvPicPr>
        <p:blipFill>
          <a:blip r:embed="rId3"/>
          <a:stretch>
            <a:fillRect/>
          </a:stretch>
        </p:blipFill>
        <p:spPr>
          <a:xfrm>
            <a:off x="6567" y="6461450"/>
            <a:ext cx="12227684" cy="393685"/>
          </a:xfrm>
          <a:prstGeom prst="rect">
            <a:avLst/>
          </a:prstGeom>
        </p:spPr>
      </p:pic>
      <p:sp>
        <p:nvSpPr>
          <p:cNvPr id="5" name="bg object 16">
            <a:extLst>
              <a:ext uri="{FF2B5EF4-FFF2-40B4-BE49-F238E27FC236}">
                <a16:creationId xmlns:a16="http://schemas.microsoft.com/office/drawing/2014/main" id="{681E45DB-3078-257C-9617-67409A3810F9}"/>
              </a:ext>
            </a:extLst>
          </p:cNvPr>
          <p:cNvSpPr/>
          <p:nvPr/>
        </p:nvSpPr>
        <p:spPr>
          <a:xfrm>
            <a:off x="0" y="2865"/>
            <a:ext cx="12191870" cy="596159"/>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rgbClr val="574B7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cs typeface="Arial"/>
              <a:sym typeface="Arial"/>
            </a:endParaRPr>
          </a:p>
        </p:txBody>
      </p:sp>
      <p:sp>
        <p:nvSpPr>
          <p:cNvPr id="834" name="Google Shape;834;p23">
            <a:extLst>
              <a:ext uri="{FF2B5EF4-FFF2-40B4-BE49-F238E27FC236}">
                <a16:creationId xmlns:a16="http://schemas.microsoft.com/office/drawing/2014/main" id="{D8BDF69A-0809-3752-B874-0CA552210C10}"/>
              </a:ext>
            </a:extLst>
          </p:cNvPr>
          <p:cNvSpPr txBox="1"/>
          <p:nvPr/>
        </p:nvSpPr>
        <p:spPr>
          <a:xfrm>
            <a:off x="-35814" y="7401"/>
            <a:ext cx="12227620" cy="587086"/>
          </a:xfrm>
          <a:prstGeom prst="rect">
            <a:avLst/>
          </a:prstGeom>
          <a:noFill/>
          <a:ln>
            <a:noFill/>
          </a:ln>
        </p:spPr>
        <p:txBody>
          <a:bodyPr spcFirstLastPara="1" wrap="square" lIns="91425" tIns="45700" rIns="91425" bIns="45700" anchor="ctr" anchorCtr="0">
            <a:noAutofit/>
          </a:bodyPr>
          <a:lstStyle/>
          <a:p>
            <a:pPr algn="ctr" defTabSz="914400">
              <a:defRPr/>
            </a:pPr>
            <a:r>
              <a:rPr lang="en-US" sz="2800" b="1" kern="0">
                <a:solidFill>
                  <a:srgbClr val="FFFFFF"/>
                </a:solidFill>
                <a:ea typeface="+mn-lt"/>
                <a:cs typeface="+mn-lt"/>
                <a:sym typeface="Avenir"/>
              </a:rPr>
              <a:t>Opportunities/ In-flight — Next 30 Days</a:t>
            </a:r>
            <a:endParaRPr lang="en-US"/>
          </a:p>
        </p:txBody>
      </p:sp>
      <p:sp>
        <p:nvSpPr>
          <p:cNvPr id="16" name="TextBox 15">
            <a:extLst>
              <a:ext uri="{FF2B5EF4-FFF2-40B4-BE49-F238E27FC236}">
                <a16:creationId xmlns:a16="http://schemas.microsoft.com/office/drawing/2014/main" id="{384958DD-8E74-7C30-D952-66734C665445}"/>
              </a:ext>
            </a:extLst>
          </p:cNvPr>
          <p:cNvSpPr txBox="1">
            <a:spLocks noChangeAspect="1"/>
          </p:cNvSpPr>
          <p:nvPr/>
        </p:nvSpPr>
        <p:spPr>
          <a:xfrm>
            <a:off x="262672" y="742168"/>
            <a:ext cx="11666656" cy="5632311"/>
          </a:xfrm>
          <a:prstGeom prst="rect">
            <a:avLst/>
          </a:prstGeom>
          <a:noFill/>
          <a:ln>
            <a:solidFill>
              <a:schemeClr val="tx1"/>
            </a:solidFill>
          </a:ln>
          <a:effectLst>
            <a:glow rad="38100">
              <a:srgbClr val="553F93"/>
            </a:glow>
          </a:effectLst>
        </p:spPr>
        <p:txBody>
          <a:bodyPr wrap="square" lIns="91440" tIns="45720" rIns="91440" bIns="45720" rtlCol="0" anchor="t">
            <a:spAutoFit/>
          </a:bodyPr>
          <a:lstStyle/>
          <a:p>
            <a:pPr algn="ctr"/>
            <a:endParaRPr lang="en-US"/>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cs typeface="Arial"/>
            </a:endParaRPr>
          </a:p>
          <a:p>
            <a:pPr algn="ctr"/>
            <a:endParaRPr lang="en-US">
              <a:solidFill>
                <a:srgbClr val="000000"/>
              </a:solidFill>
              <a:cs typeface="Arial"/>
            </a:endParaRPr>
          </a:p>
          <a:p>
            <a:pPr algn="ctr"/>
            <a:endParaRPr lang="en-US">
              <a:cs typeface="Arial"/>
            </a:endParaRPr>
          </a:p>
          <a:p>
            <a:pPr algn="ctr"/>
            <a:endParaRPr lang="en-US">
              <a:cs typeface="Arial"/>
            </a:endParaRPr>
          </a:p>
          <a:p>
            <a:pPr algn="ctr"/>
            <a:endParaRPr lang="en-US">
              <a:cs typeface="Arial"/>
            </a:endParaRPr>
          </a:p>
        </p:txBody>
      </p:sp>
      <p:cxnSp>
        <p:nvCxnSpPr>
          <p:cNvPr id="10" name="Straight Arrow Connector 9">
            <a:extLst>
              <a:ext uri="{FF2B5EF4-FFF2-40B4-BE49-F238E27FC236}">
                <a16:creationId xmlns:a16="http://schemas.microsoft.com/office/drawing/2014/main" id="{DD62FC71-9EBC-2457-48F1-F347462F3AC1}"/>
              </a:ext>
            </a:extLst>
          </p:cNvPr>
          <p:cNvCxnSpPr>
            <a:cxnSpLocks/>
          </p:cNvCxnSpPr>
          <p:nvPr/>
        </p:nvCxnSpPr>
        <p:spPr>
          <a:xfrm>
            <a:off x="455384" y="7475856"/>
            <a:ext cx="295319" cy="6217"/>
          </a:xfrm>
          <a:prstGeom prst="straightConnector1">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448D7DDF-7A39-BF55-0017-34AD95EAB883}"/>
              </a:ext>
            </a:extLst>
          </p:cNvPr>
          <p:cNvGraphicFramePr>
            <a:graphicFrameLocks noGrp="1"/>
          </p:cNvGraphicFramePr>
          <p:nvPr>
            <p:extLst>
              <p:ext uri="{D42A27DB-BD31-4B8C-83A1-F6EECF244321}">
                <p14:modId xmlns:p14="http://schemas.microsoft.com/office/powerpoint/2010/main" val="1756789583"/>
              </p:ext>
            </p:extLst>
          </p:nvPr>
        </p:nvGraphicFramePr>
        <p:xfrm>
          <a:off x="265043" y="761999"/>
          <a:ext cx="11656951" cy="5642202"/>
        </p:xfrm>
        <a:graphic>
          <a:graphicData uri="http://schemas.openxmlformats.org/drawingml/2006/table">
            <a:tbl>
              <a:tblPr firstRow="1" bandRow="1">
                <a:tableStyleId>{073A0DAA-6AF3-43AB-8588-CEC1D06C72B9}</a:tableStyleId>
              </a:tblPr>
              <a:tblGrid>
                <a:gridCol w="3463635">
                  <a:extLst>
                    <a:ext uri="{9D8B030D-6E8A-4147-A177-3AD203B41FA5}">
                      <a16:colId xmlns:a16="http://schemas.microsoft.com/office/drawing/2014/main" val="1000236848"/>
                    </a:ext>
                  </a:extLst>
                </a:gridCol>
                <a:gridCol w="969955">
                  <a:extLst>
                    <a:ext uri="{9D8B030D-6E8A-4147-A177-3AD203B41FA5}">
                      <a16:colId xmlns:a16="http://schemas.microsoft.com/office/drawing/2014/main" val="2228813298"/>
                    </a:ext>
                  </a:extLst>
                </a:gridCol>
                <a:gridCol w="1112820">
                  <a:extLst>
                    <a:ext uri="{9D8B030D-6E8A-4147-A177-3AD203B41FA5}">
                      <a16:colId xmlns:a16="http://schemas.microsoft.com/office/drawing/2014/main" val="3450887349"/>
                    </a:ext>
                  </a:extLst>
                </a:gridCol>
                <a:gridCol w="1139492">
                  <a:extLst>
                    <a:ext uri="{9D8B030D-6E8A-4147-A177-3AD203B41FA5}">
                      <a16:colId xmlns:a16="http://schemas.microsoft.com/office/drawing/2014/main" val="3188771271"/>
                    </a:ext>
                  </a:extLst>
                </a:gridCol>
                <a:gridCol w="1089074">
                  <a:extLst>
                    <a:ext uri="{9D8B030D-6E8A-4147-A177-3AD203B41FA5}">
                      <a16:colId xmlns:a16="http://schemas.microsoft.com/office/drawing/2014/main" val="1221717840"/>
                    </a:ext>
                  </a:extLst>
                </a:gridCol>
                <a:gridCol w="949472">
                  <a:extLst>
                    <a:ext uri="{9D8B030D-6E8A-4147-A177-3AD203B41FA5}">
                      <a16:colId xmlns:a16="http://schemas.microsoft.com/office/drawing/2014/main" val="398999133"/>
                    </a:ext>
                  </a:extLst>
                </a:gridCol>
                <a:gridCol w="1705371">
                  <a:extLst>
                    <a:ext uri="{9D8B030D-6E8A-4147-A177-3AD203B41FA5}">
                      <a16:colId xmlns:a16="http://schemas.microsoft.com/office/drawing/2014/main" val="489522608"/>
                    </a:ext>
                  </a:extLst>
                </a:gridCol>
                <a:gridCol w="1227132">
                  <a:extLst>
                    <a:ext uri="{9D8B030D-6E8A-4147-A177-3AD203B41FA5}">
                      <a16:colId xmlns:a16="http://schemas.microsoft.com/office/drawing/2014/main" val="577966254"/>
                    </a:ext>
                  </a:extLst>
                </a:gridCol>
              </a:tblGrid>
              <a:tr h="991965">
                <a:tc>
                  <a:txBody>
                    <a:bodyPr/>
                    <a:lstStyle/>
                    <a:p>
                      <a:pPr algn="ctr"/>
                      <a:r>
                        <a:rPr lang="en-US" sz="1800"/>
                        <a:t>Opportunity</a:t>
                      </a:r>
                    </a:p>
                  </a:txBody>
                  <a:tcPr anchor="ctr">
                    <a:solidFill>
                      <a:srgbClr val="574B7C"/>
                    </a:solidFill>
                  </a:tcPr>
                </a:tc>
                <a:tc>
                  <a:txBody>
                    <a:bodyPr/>
                    <a:lstStyle/>
                    <a:p>
                      <a:pPr algn="ctr"/>
                      <a:r>
                        <a:rPr lang="en-US" sz="1800"/>
                        <a:t>Type</a:t>
                      </a:r>
                    </a:p>
                  </a:txBody>
                  <a:tcPr anchor="ctr">
                    <a:solidFill>
                      <a:srgbClr val="574B7C"/>
                    </a:solidFill>
                  </a:tcPr>
                </a:tc>
                <a:tc>
                  <a:txBody>
                    <a:bodyPr/>
                    <a:lstStyle/>
                    <a:p>
                      <a:pPr algn="ctr"/>
                      <a:r>
                        <a:rPr lang="en-US" sz="1800"/>
                        <a:t>1</a:t>
                      </a:r>
                      <a:r>
                        <a:rPr lang="en-US" sz="1800" baseline="30000"/>
                        <a:t>st</a:t>
                      </a:r>
                      <a:r>
                        <a:rPr lang="en-US" sz="1800"/>
                        <a:t> Pancake</a:t>
                      </a:r>
                    </a:p>
                  </a:txBody>
                  <a:tcPr anchor="ctr">
                    <a:solidFill>
                      <a:srgbClr val="574B7C"/>
                    </a:solidFill>
                  </a:tcPr>
                </a:tc>
                <a:tc>
                  <a:txBody>
                    <a:bodyPr/>
                    <a:lstStyle/>
                    <a:p>
                      <a:pPr algn="ctr"/>
                      <a:r>
                        <a:rPr lang="en-US" sz="1800"/>
                        <a:t>Pink</a:t>
                      </a:r>
                    </a:p>
                  </a:txBody>
                  <a:tcPr anchor="ctr">
                    <a:solidFill>
                      <a:srgbClr val="574B7C"/>
                    </a:solidFill>
                  </a:tcPr>
                </a:tc>
                <a:tc>
                  <a:txBody>
                    <a:bodyPr/>
                    <a:lstStyle/>
                    <a:p>
                      <a:pPr algn="ctr"/>
                      <a:r>
                        <a:rPr lang="en-US" sz="1800"/>
                        <a:t>Red</a:t>
                      </a:r>
                    </a:p>
                  </a:txBody>
                  <a:tcPr anchor="ctr">
                    <a:solidFill>
                      <a:srgbClr val="574B7C"/>
                    </a:solidFill>
                  </a:tcPr>
                </a:tc>
                <a:tc>
                  <a:txBody>
                    <a:bodyPr/>
                    <a:lstStyle/>
                    <a:p>
                      <a:pPr algn="ctr"/>
                      <a:r>
                        <a:rPr lang="en-US" sz="1800"/>
                        <a:t>Gold</a:t>
                      </a:r>
                    </a:p>
                  </a:txBody>
                  <a:tcPr anchor="ctr">
                    <a:solidFill>
                      <a:srgbClr val="574B7C"/>
                    </a:solidFill>
                  </a:tcPr>
                </a:tc>
                <a:tc>
                  <a:txBody>
                    <a:bodyPr/>
                    <a:lstStyle/>
                    <a:p>
                      <a:pPr algn="ctr"/>
                      <a:r>
                        <a:rPr lang="en-US" sz="1800"/>
                        <a:t>Submission Suspense</a:t>
                      </a:r>
                    </a:p>
                  </a:txBody>
                  <a:tcPr anchor="ctr">
                    <a:solidFill>
                      <a:srgbClr val="574B7C"/>
                    </a:solidFill>
                  </a:tcPr>
                </a:tc>
                <a:tc>
                  <a:txBody>
                    <a:bodyPr/>
                    <a:lstStyle/>
                    <a:p>
                      <a:pPr algn="ctr"/>
                      <a:r>
                        <a:rPr lang="en-US" sz="1800"/>
                        <a:t>Status/ Blockers</a:t>
                      </a:r>
                    </a:p>
                  </a:txBody>
                  <a:tcPr anchor="ctr">
                    <a:solidFill>
                      <a:srgbClr val="574B7C"/>
                    </a:solidFill>
                  </a:tcPr>
                </a:tc>
                <a:extLst>
                  <a:ext uri="{0D108BD9-81ED-4DB2-BD59-A6C34878D82A}">
                    <a16:rowId xmlns:a16="http://schemas.microsoft.com/office/drawing/2014/main" val="544840382"/>
                  </a:ext>
                </a:extLst>
              </a:tr>
              <a:tr h="761505">
                <a:tc>
                  <a:txBody>
                    <a:bodyPr/>
                    <a:lstStyle/>
                    <a:p>
                      <a:pPr lvl="0">
                        <a:buNone/>
                      </a:pPr>
                      <a:r>
                        <a:rPr lang="en-US" sz="1200" b="0" i="0" u="none" strike="noStrike" noProof="0">
                          <a:latin typeface="Arial"/>
                        </a:rPr>
                        <a:t>SF254-D1204 - Secure Multi-Source Data Fusion Environment for pLEO Constellations</a:t>
                      </a:r>
                      <a:endParaRPr lang="en-US"/>
                    </a:p>
                    <a:p>
                      <a:pPr lvl="0">
                        <a:buNone/>
                      </a:pPr>
                      <a:r>
                        <a:rPr lang="en-US" sz="1200" b="0" i="0" u="none" strike="noStrike" noProof="0">
                          <a:latin typeface="Arial"/>
                        </a:rPr>
                        <a:t>Lead: Harvey/Kevin/Eric</a:t>
                      </a:r>
                      <a:endParaRPr lang="en-US"/>
                    </a:p>
                  </a:txBody>
                  <a:tcPr anchor="ctr"/>
                </a:tc>
                <a:tc>
                  <a:txBody>
                    <a:bodyPr/>
                    <a:lstStyle/>
                    <a:p>
                      <a:pPr lvl="0">
                        <a:buNone/>
                      </a:pPr>
                      <a:r>
                        <a:rPr lang="en-US"/>
                        <a:t>SBIR P2</a:t>
                      </a:r>
                    </a:p>
                  </a:txBody>
                  <a:tcPr anchor="ctr"/>
                </a:tc>
                <a:tc>
                  <a:txBody>
                    <a:bodyPr/>
                    <a:lstStyle/>
                    <a:p>
                      <a:pPr lvl="0" algn="l">
                        <a:lnSpc>
                          <a:spcPct val="100000"/>
                        </a:lnSpc>
                        <a:spcBef>
                          <a:spcPts val="0"/>
                        </a:spcBef>
                        <a:spcAft>
                          <a:spcPts val="0"/>
                        </a:spcAft>
                        <a:buNone/>
                      </a:pPr>
                      <a:r>
                        <a:rPr lang="en-US" sz="1200" b="0" i="0" u="none" strike="noStrike" noProof="0">
                          <a:solidFill>
                            <a:schemeClr val="tx1"/>
                          </a:solidFill>
                        </a:rPr>
                        <a:t>26 NOV 25</a:t>
                      </a:r>
                      <a:endParaRPr lang="en-US" sz="1200" b="0" i="0" u="none" strike="noStrike" noProof="0">
                        <a:solidFill>
                          <a:schemeClr val="tx1"/>
                        </a:solidFill>
                        <a:latin typeface="Arial"/>
                      </a:endParaRPr>
                    </a:p>
                  </a:txBody>
                  <a:tcPr anchor="ctr"/>
                </a:tc>
                <a:tc>
                  <a:txBody>
                    <a:bodyPr/>
                    <a:lstStyle/>
                    <a:p>
                      <a:pPr lvl="0">
                        <a:buNone/>
                      </a:pPr>
                      <a:r>
                        <a:rPr lang="en-US" sz="1200" b="0" i="0" u="none" strike="noStrike" noProof="0"/>
                        <a:t>01 DEC 25</a:t>
                      </a:r>
                      <a:endParaRPr lang="en-US"/>
                    </a:p>
                  </a:txBody>
                  <a:tcPr anchor="ctr"/>
                </a:tc>
                <a:tc>
                  <a:txBody>
                    <a:bodyPr/>
                    <a:lstStyle/>
                    <a:p>
                      <a:pPr lvl="0">
                        <a:buNone/>
                      </a:pPr>
                      <a:r>
                        <a:rPr lang="en-US" sz="1200" b="0" i="0" u="none" strike="noStrike" noProof="0"/>
                        <a:t>05 DEC 25</a:t>
                      </a:r>
                      <a:endParaRPr lang="en-US"/>
                    </a:p>
                  </a:txBody>
                  <a:tcPr anchor="ctr"/>
                </a:tc>
                <a:tc>
                  <a:txBody>
                    <a:bodyPr/>
                    <a:lstStyle/>
                    <a:p>
                      <a:pPr lvl="0">
                        <a:buNone/>
                      </a:pPr>
                      <a:r>
                        <a:rPr lang="en-US" sz="1200" b="0" i="0" u="none" strike="noStrike" noProof="0">
                          <a:latin typeface="Arial"/>
                        </a:rPr>
                        <a:t>15 DEC 25</a:t>
                      </a:r>
                      <a:endParaRPr lang="en-US"/>
                    </a:p>
                  </a:txBody>
                  <a:tcPr anchor="ctr"/>
                </a:tc>
                <a:tc>
                  <a:txBody>
                    <a:bodyPr/>
                    <a:lstStyle/>
                    <a:p>
                      <a:pPr lvl="0">
                        <a:buNone/>
                      </a:pPr>
                      <a:r>
                        <a:rPr lang="en-US" sz="1200" b="0" i="0" u="none" strike="noStrike" noProof="0">
                          <a:solidFill>
                            <a:srgbClr val="000000"/>
                          </a:solidFill>
                          <a:latin typeface="Arial"/>
                        </a:rPr>
                        <a:t>24 DEC 25</a:t>
                      </a:r>
                      <a:endParaRPr lang="en-US"/>
                    </a:p>
                  </a:txBody>
                  <a:tcPr anchor="ctr"/>
                </a:tc>
                <a:tc>
                  <a:txBody>
                    <a:bodyPr/>
                    <a:lstStyle/>
                    <a:p>
                      <a:pPr lvl="0">
                        <a:buNone/>
                      </a:pPr>
                      <a:r>
                        <a:rPr lang="en-US"/>
                        <a:t>BID</a:t>
                      </a:r>
                    </a:p>
                  </a:txBody>
                  <a:tcPr anchor="ctr"/>
                </a:tc>
                <a:extLst>
                  <a:ext uri="{0D108BD9-81ED-4DB2-BD59-A6C34878D82A}">
                    <a16:rowId xmlns:a16="http://schemas.microsoft.com/office/drawing/2014/main" val="3081754130"/>
                  </a:ext>
                </a:extLst>
              </a:tr>
              <a:tr h="687294">
                <a:tc>
                  <a:txBody>
                    <a:bodyPr/>
                    <a:lstStyle/>
                    <a:p>
                      <a:pPr lvl="0">
                        <a:buNone/>
                      </a:pPr>
                      <a:r>
                        <a:rPr lang="en-US" sz="1200" b="0" i="0" u="none" strike="noStrike" noProof="0">
                          <a:latin typeface="Arial"/>
                        </a:rPr>
                        <a:t>SF25D-T1201 - Adaptive &amp; Intelligent Space Challenge</a:t>
                      </a:r>
                      <a:endParaRPr lang="en-US"/>
                    </a:p>
                    <a:p>
                      <a:pPr lvl="0">
                        <a:buNone/>
                      </a:pPr>
                      <a:r>
                        <a:rPr lang="en-US" sz="1200" b="0" i="0" u="none" strike="noStrike" noProof="0">
                          <a:latin typeface="Arial"/>
                        </a:rPr>
                        <a:t>Lead: Harvey/Rishab</a:t>
                      </a:r>
                      <a:endParaRPr lang="en-US"/>
                    </a:p>
                  </a:txBody>
                  <a:tcPr anchor="ctr"/>
                </a:tc>
                <a:tc>
                  <a:txBody>
                    <a:bodyPr/>
                    <a:lstStyle/>
                    <a:p>
                      <a:pPr lvl="0">
                        <a:buNone/>
                      </a:pPr>
                      <a:r>
                        <a:rPr lang="en-US"/>
                        <a:t>STTR P2</a:t>
                      </a:r>
                    </a:p>
                  </a:txBody>
                  <a:tcPr anchor="ctr"/>
                </a:tc>
                <a:tc>
                  <a:txBody>
                    <a:bodyPr/>
                    <a:lstStyle/>
                    <a:p>
                      <a:pPr lvl="0">
                        <a:buNone/>
                      </a:pPr>
                      <a:r>
                        <a:rPr lang="en-US" sz="1200" b="0" i="0" u="none" strike="noStrike" noProof="0"/>
                        <a:t>26 NOV 25</a:t>
                      </a:r>
                      <a:endParaRPr lang="en-US"/>
                    </a:p>
                  </a:txBody>
                  <a:tcPr anchor="ctr"/>
                </a:tc>
                <a:tc>
                  <a:txBody>
                    <a:bodyPr/>
                    <a:lstStyle/>
                    <a:p>
                      <a:pPr lvl="0">
                        <a:buNone/>
                      </a:pPr>
                      <a:r>
                        <a:rPr lang="en-US" sz="1200" b="0" i="0" u="none" strike="noStrike" noProof="0"/>
                        <a:t>01 DEC 25</a:t>
                      </a:r>
                      <a:endParaRPr lang="en-US"/>
                    </a:p>
                  </a:txBody>
                  <a:tcPr anchor="ctr"/>
                </a:tc>
                <a:tc>
                  <a:txBody>
                    <a:bodyPr/>
                    <a:lstStyle/>
                    <a:p>
                      <a:pPr lvl="0">
                        <a:buNone/>
                      </a:pPr>
                      <a:r>
                        <a:rPr lang="en-US" sz="1200" b="0" i="0" u="none" strike="noStrike" noProof="0"/>
                        <a:t>05 DEC 25</a:t>
                      </a:r>
                      <a:endParaRPr lang="en-US"/>
                    </a:p>
                  </a:txBody>
                  <a:tcPr anchor="ctr"/>
                </a:tc>
                <a:tc>
                  <a:txBody>
                    <a:bodyPr/>
                    <a:lstStyle/>
                    <a:p>
                      <a:pPr lvl="0">
                        <a:buNone/>
                      </a:pPr>
                      <a:r>
                        <a:rPr lang="en-US" sz="1200" b="0" i="0" u="none" strike="noStrike" noProof="0">
                          <a:latin typeface="Arial"/>
                        </a:rPr>
                        <a:t>15 DEC 25</a:t>
                      </a:r>
                      <a:endParaRPr lang="en-US"/>
                    </a:p>
                  </a:txBody>
                  <a:tcPr anchor="ctr"/>
                </a:tc>
                <a:tc>
                  <a:txBody>
                    <a:bodyPr/>
                    <a:lstStyle/>
                    <a:p>
                      <a:pPr lvl="0">
                        <a:buNone/>
                      </a:pPr>
                      <a:r>
                        <a:rPr lang="en-US" sz="1200" b="0" i="0" u="none" strike="noStrike" noProof="0">
                          <a:solidFill>
                            <a:srgbClr val="000000"/>
                          </a:solidFill>
                        </a:rPr>
                        <a:t>24 DEC 25    </a:t>
                      </a:r>
                      <a:endParaRPr lang="en-US"/>
                    </a:p>
                  </a:txBody>
                  <a:tcPr anchor="ctr"/>
                </a:tc>
                <a:tc>
                  <a:txBody>
                    <a:bodyPr/>
                    <a:lstStyle/>
                    <a:p>
                      <a:pPr lvl="0">
                        <a:buNone/>
                      </a:pPr>
                      <a:r>
                        <a:rPr lang="en-US"/>
                        <a:t>BID</a:t>
                      </a:r>
                    </a:p>
                  </a:txBody>
                  <a:tcPr anchor="ctr"/>
                </a:tc>
                <a:extLst>
                  <a:ext uri="{0D108BD9-81ED-4DB2-BD59-A6C34878D82A}">
                    <a16:rowId xmlns:a16="http://schemas.microsoft.com/office/drawing/2014/main" val="504658325"/>
                  </a:ext>
                </a:extLst>
              </a:tr>
              <a:tr h="551089">
                <a:tc>
                  <a:txBody>
                    <a:bodyPr/>
                    <a:lstStyle/>
                    <a:p>
                      <a:pPr lvl="0">
                        <a:buNone/>
                      </a:pPr>
                      <a:r>
                        <a:rPr lang="en-US" sz="1200" b="0" i="0" u="none" strike="noStrike" noProof="0"/>
                        <a:t>DOE SENTRY - CWX-024-CESER</a:t>
                      </a:r>
                    </a:p>
                    <a:p>
                      <a:pPr lvl="0">
                        <a:buNone/>
                      </a:pPr>
                      <a:r>
                        <a:rPr lang="en-US" sz="1200" b="0" i="0" u="none" strike="noStrike" noProof="0"/>
                        <a:t>Lead: Norman</a:t>
                      </a:r>
                    </a:p>
                  </a:txBody>
                  <a:tcPr anchor="ctr"/>
                </a:tc>
                <a:tc>
                  <a:txBody>
                    <a:bodyPr/>
                    <a:lstStyle/>
                    <a:p>
                      <a:pPr lvl="0">
                        <a:buNone/>
                      </a:pPr>
                      <a:r>
                        <a:rPr lang="en-US"/>
                        <a:t>RFP</a:t>
                      </a:r>
                    </a:p>
                  </a:txBody>
                  <a:tcPr anchor="ctr"/>
                </a:tc>
                <a:tc>
                  <a:txBody>
                    <a:bodyPr/>
                    <a:lstStyle/>
                    <a:p>
                      <a:pPr lvl="0">
                        <a:buNone/>
                      </a:pPr>
                      <a:r>
                        <a:rPr lang="en-US" sz="1200" b="0" i="0" u="none" strike="noStrike" noProof="0"/>
                        <a:t>26 OCT 25</a:t>
                      </a:r>
                      <a:endParaRPr lang="en-US"/>
                    </a:p>
                  </a:txBody>
                  <a:tcPr anchor="ctr"/>
                </a:tc>
                <a:tc>
                  <a:txBody>
                    <a:bodyPr/>
                    <a:lstStyle/>
                    <a:p>
                      <a:pPr lvl="0" algn="l">
                        <a:lnSpc>
                          <a:spcPct val="100000"/>
                        </a:lnSpc>
                        <a:spcBef>
                          <a:spcPts val="0"/>
                        </a:spcBef>
                        <a:spcAft>
                          <a:spcPts val="0"/>
                        </a:spcAft>
                        <a:buNone/>
                      </a:pPr>
                      <a:r>
                        <a:rPr lang="en-US" sz="1200" b="0" i="0" u="none" strike="noStrike" noProof="0">
                          <a:solidFill>
                            <a:srgbClr val="000000"/>
                          </a:solidFill>
                        </a:rPr>
                        <a:t>26 OCT 25</a:t>
                      </a:r>
                      <a:endParaRPr lang="en-US"/>
                    </a:p>
                  </a:txBody>
                  <a:tcPr anchor="ctr"/>
                </a:tc>
                <a:tc>
                  <a:txBody>
                    <a:bodyPr/>
                    <a:lstStyle/>
                    <a:p>
                      <a:pPr lvl="0">
                        <a:buNone/>
                      </a:pPr>
                      <a:r>
                        <a:rPr lang="en-US" sz="1200" b="0" i="0" u="none" strike="noStrike" noProof="0"/>
                        <a:t>18 NOV 25</a:t>
                      </a:r>
                      <a:endParaRPr lang="en-US"/>
                    </a:p>
                  </a:txBody>
                  <a:tcPr anchor="ctr"/>
                </a:tc>
                <a:tc>
                  <a:txBody>
                    <a:bodyPr/>
                    <a:lstStyle/>
                    <a:p>
                      <a:pPr lvl="0">
                        <a:buNone/>
                      </a:pPr>
                      <a:endParaRPr lang="en-US"/>
                    </a:p>
                  </a:txBody>
                  <a:tcPr anchor="ctr"/>
                </a:tc>
                <a:tc>
                  <a:txBody>
                    <a:bodyPr/>
                    <a:lstStyle/>
                    <a:p>
                      <a:pPr lvl="0">
                        <a:buNone/>
                      </a:pPr>
                      <a:r>
                        <a:rPr lang="en-US" sz="1200" b="0" i="0" u="none" strike="noStrike" noProof="0">
                          <a:solidFill>
                            <a:srgbClr val="000000"/>
                          </a:solidFill>
                        </a:rPr>
                        <a:t>01 DEC 25    </a:t>
                      </a:r>
                      <a:endParaRPr lang="en-US"/>
                    </a:p>
                  </a:txBody>
                  <a:tcPr anchor="ctr"/>
                </a:tc>
                <a:tc>
                  <a:txBody>
                    <a:bodyPr/>
                    <a:lstStyle/>
                    <a:p>
                      <a:pPr lvl="0">
                        <a:buNone/>
                      </a:pPr>
                      <a:r>
                        <a:rPr lang="en-US"/>
                        <a:t>CPS Energy input pending</a:t>
                      </a:r>
                    </a:p>
                  </a:txBody>
                  <a:tcPr anchor="ctr"/>
                </a:tc>
                <a:extLst>
                  <a:ext uri="{0D108BD9-81ED-4DB2-BD59-A6C34878D82A}">
                    <a16:rowId xmlns:a16="http://schemas.microsoft.com/office/drawing/2014/main" val="3093508403"/>
                  </a:ext>
                </a:extLst>
              </a:tr>
              <a:tr h="791564">
                <a:tc>
                  <a:txBody>
                    <a:bodyPr/>
                    <a:lstStyle/>
                    <a:p>
                      <a:pPr lvl="0">
                        <a:buNone/>
                      </a:pPr>
                      <a:r>
                        <a:rPr lang="en-US" sz="1200" b="0" i="0" u="none" strike="noStrike" noProof="0">
                          <a:latin typeface="Arial"/>
                        </a:rPr>
                        <a:t>CBD254-007 Integrated Deployable Microsensors for Chemical Detection</a:t>
                      </a:r>
                    </a:p>
                    <a:p>
                      <a:pPr lvl="0">
                        <a:buNone/>
                      </a:pPr>
                      <a:r>
                        <a:rPr lang="en-US" sz="1200" b="0" i="0" u="none" strike="noStrike" noProof="0">
                          <a:latin typeface="Arial"/>
                        </a:rPr>
                        <a:t>Lead: Joey/Jonathon</a:t>
                      </a:r>
                    </a:p>
                  </a:txBody>
                  <a:tcPr anchor="ctr"/>
                </a:tc>
                <a:tc>
                  <a:txBody>
                    <a:bodyPr/>
                    <a:lstStyle/>
                    <a:p>
                      <a:pPr lvl="0">
                        <a:buNone/>
                      </a:pPr>
                      <a:r>
                        <a:rPr lang="en-US"/>
                        <a:t>SBIR</a:t>
                      </a:r>
                    </a:p>
                  </a:txBody>
                  <a:tcPr anchor="ctr"/>
                </a:tc>
                <a:tc>
                  <a:txBody>
                    <a:bodyPr/>
                    <a:lstStyle/>
                    <a:p>
                      <a:pPr lvl="0">
                        <a:buNone/>
                      </a:pPr>
                      <a:r>
                        <a:rPr lang="en-US" sz="1200" b="0" i="0" u="none" strike="noStrike" noProof="0">
                          <a:latin typeface="Arial"/>
                        </a:rPr>
                        <a:t>26 NOV 25</a:t>
                      </a:r>
                      <a:endParaRPr lang="en-US"/>
                    </a:p>
                  </a:txBody>
                  <a:tcPr anchor="ctr"/>
                </a:tc>
                <a:tc>
                  <a:txBody>
                    <a:bodyPr/>
                    <a:lstStyle/>
                    <a:p>
                      <a:pPr lvl="0">
                        <a:buNone/>
                      </a:pPr>
                      <a:r>
                        <a:rPr lang="en-US" sz="1200" b="0" i="0" u="none" strike="noStrike" noProof="0">
                          <a:solidFill>
                            <a:srgbClr val="000000"/>
                          </a:solidFill>
                        </a:rPr>
                        <a:t>01 DEC 25</a:t>
                      </a:r>
                      <a:endParaRPr lang="en-US"/>
                    </a:p>
                  </a:txBody>
                  <a:tcPr anchor="ctr"/>
                </a:tc>
                <a:tc>
                  <a:txBody>
                    <a:bodyPr/>
                    <a:lstStyle/>
                    <a:p>
                      <a:pPr lvl="0">
                        <a:buNone/>
                      </a:pPr>
                      <a:r>
                        <a:rPr lang="en-US" sz="1200" b="0" i="0" u="none" strike="noStrike" noProof="0">
                          <a:solidFill>
                            <a:srgbClr val="000000"/>
                          </a:solidFill>
                        </a:rPr>
                        <a:t>05 DEC 25</a:t>
                      </a:r>
                      <a:endParaRPr lang="en-US"/>
                    </a:p>
                  </a:txBody>
                  <a:tcPr anchor="ctr"/>
                </a:tc>
                <a:tc>
                  <a:txBody>
                    <a:bodyPr/>
                    <a:lstStyle/>
                    <a:p>
                      <a:pPr lvl="0">
                        <a:buNone/>
                      </a:pPr>
                      <a:r>
                        <a:rPr lang="en-US" sz="1200" b="0" i="0" u="none" strike="noStrike" noProof="0">
                          <a:latin typeface="Arial"/>
                        </a:rPr>
                        <a:t>15 DEC 25</a:t>
                      </a:r>
                      <a:endParaRPr lang="en-US"/>
                    </a:p>
                  </a:txBody>
                  <a:tcPr anchor="ctr"/>
                </a:tc>
                <a:tc>
                  <a:txBody>
                    <a:bodyPr/>
                    <a:lstStyle/>
                    <a:p>
                      <a:pPr lvl="0">
                        <a:buNone/>
                      </a:pPr>
                      <a:r>
                        <a:rPr lang="en-US" sz="1200" b="0" i="0" u="none" strike="noStrike" noProof="0">
                          <a:solidFill>
                            <a:srgbClr val="000000"/>
                          </a:solidFill>
                          <a:latin typeface="Arial"/>
                        </a:rPr>
                        <a:t>24 DEC 25</a:t>
                      </a:r>
                      <a:endParaRPr lang="en-US"/>
                    </a:p>
                  </a:txBody>
                  <a:tcPr anchor="ctr"/>
                </a:tc>
                <a:tc>
                  <a:txBody>
                    <a:bodyPr/>
                    <a:lstStyle/>
                    <a:p>
                      <a:pPr lvl="0">
                        <a:buNone/>
                      </a:pPr>
                      <a:r>
                        <a:rPr lang="en-US" sz="1200" b="0" i="0" u="none" strike="noStrike" noProof="0">
                          <a:solidFill>
                            <a:srgbClr val="000000"/>
                          </a:solidFill>
                          <a:latin typeface="Arial"/>
                        </a:rPr>
                        <a:t>BID</a:t>
                      </a:r>
                      <a:endParaRPr lang="en-US"/>
                    </a:p>
                  </a:txBody>
                  <a:tcPr anchor="ctr"/>
                </a:tc>
                <a:extLst>
                  <a:ext uri="{0D108BD9-81ED-4DB2-BD59-A6C34878D82A}">
                    <a16:rowId xmlns:a16="http://schemas.microsoft.com/office/drawing/2014/main" val="2139303984"/>
                  </a:ext>
                </a:extLst>
              </a:tr>
              <a:tr h="631247">
                <a:tc>
                  <a:txBody>
                    <a:bodyPr/>
                    <a:lstStyle/>
                    <a:p>
                      <a:pPr lvl="0">
                        <a:buNone/>
                      </a:pPr>
                      <a:r>
                        <a:rPr lang="en-US" sz="1200" b="0" i="0" u="none" strike="noStrike" noProof="0">
                          <a:latin typeface="Arial"/>
                        </a:rPr>
                        <a:t>JPEO CBRND Rapid Analytical Measurement and Non-destructive analysis (RAMAN)</a:t>
                      </a:r>
                    </a:p>
                    <a:p>
                      <a:pPr lvl="0" algn="l">
                        <a:lnSpc>
                          <a:spcPct val="100000"/>
                        </a:lnSpc>
                        <a:spcBef>
                          <a:spcPts val="0"/>
                        </a:spcBef>
                        <a:spcAft>
                          <a:spcPts val="0"/>
                        </a:spcAft>
                        <a:buNone/>
                      </a:pPr>
                      <a:r>
                        <a:rPr lang="en-US" sz="1200" b="0" i="0" u="none" strike="noStrike" noProof="0">
                          <a:solidFill>
                            <a:srgbClr val="000000"/>
                          </a:solidFill>
                          <a:latin typeface="Arial"/>
                        </a:rPr>
                        <a:t>Lead: Joey</a:t>
                      </a:r>
                    </a:p>
                  </a:txBody>
                  <a:tcPr anchor="ctr"/>
                </a:tc>
                <a:tc>
                  <a:txBody>
                    <a:bodyPr/>
                    <a:lstStyle/>
                    <a:p>
                      <a:pPr lvl="0">
                        <a:buNone/>
                      </a:pPr>
                      <a:r>
                        <a:rPr lang="en-US"/>
                        <a:t>RFP</a:t>
                      </a:r>
                    </a:p>
                  </a:txBody>
                  <a:tcPr anchor="ctr"/>
                </a:tc>
                <a:tc>
                  <a:txBody>
                    <a:bodyPr/>
                    <a:lstStyle/>
                    <a:p>
                      <a:pPr lvl="0">
                        <a:buNone/>
                      </a:pPr>
                      <a:r>
                        <a:rPr lang="en-US" sz="1200" b="0" i="0" u="none" strike="noStrike" noProof="0"/>
                        <a:t>14 NOV 25</a:t>
                      </a:r>
                      <a:endParaRPr lang="en-US"/>
                    </a:p>
                  </a:txBody>
                  <a:tcPr anchor="ctr"/>
                </a:tc>
                <a:tc>
                  <a:txBody>
                    <a:bodyPr/>
                    <a:lstStyle/>
                    <a:p>
                      <a:pPr lvl="0" algn="l">
                        <a:lnSpc>
                          <a:spcPct val="100000"/>
                        </a:lnSpc>
                        <a:spcBef>
                          <a:spcPts val="0"/>
                        </a:spcBef>
                        <a:spcAft>
                          <a:spcPts val="0"/>
                        </a:spcAft>
                        <a:buNone/>
                      </a:pPr>
                      <a:r>
                        <a:rPr lang="en-US" sz="1200" b="0" i="0" u="none" strike="noStrike" noProof="0">
                          <a:solidFill>
                            <a:srgbClr val="000000"/>
                          </a:solidFill>
                        </a:rPr>
                        <a:t>17 NOV 25</a:t>
                      </a:r>
                      <a:endParaRPr lang="en-US"/>
                    </a:p>
                  </a:txBody>
                  <a:tcPr anchor="ctr"/>
                </a:tc>
                <a:tc>
                  <a:txBody>
                    <a:bodyPr/>
                    <a:lstStyle/>
                    <a:p>
                      <a:pPr lvl="0">
                        <a:buNone/>
                      </a:pPr>
                      <a:r>
                        <a:rPr lang="en-US" sz="1200" b="0" i="0" u="none" strike="noStrike" noProof="0"/>
                        <a:t>19 NOV 25</a:t>
                      </a:r>
                      <a:endParaRPr lang="en-US"/>
                    </a:p>
                  </a:txBody>
                  <a:tcPr anchor="ctr"/>
                </a:tc>
                <a:tc>
                  <a:txBody>
                    <a:bodyPr/>
                    <a:lstStyle/>
                    <a:p>
                      <a:pPr lvl="0">
                        <a:buNone/>
                      </a:pPr>
                      <a:r>
                        <a:rPr lang="en-US" sz="1200" b="0" i="0" u="none" strike="noStrike" noProof="0">
                          <a:latin typeface="Arial"/>
                        </a:rPr>
                        <a:t>20 NOV 25</a:t>
                      </a:r>
                      <a:endParaRPr lang="en-US"/>
                    </a:p>
                  </a:txBody>
                  <a:tcPr anchor="ctr"/>
                </a:tc>
                <a:tc>
                  <a:txBody>
                    <a:bodyPr/>
                    <a:lstStyle/>
                    <a:p>
                      <a:pPr lvl="0" algn="l">
                        <a:lnSpc>
                          <a:spcPct val="100000"/>
                        </a:lnSpc>
                        <a:spcBef>
                          <a:spcPts val="0"/>
                        </a:spcBef>
                        <a:spcAft>
                          <a:spcPts val="0"/>
                        </a:spcAft>
                        <a:buNone/>
                      </a:pPr>
                      <a:r>
                        <a:rPr lang="en-US" sz="1200" b="0" i="0" u="none" strike="noStrike" noProof="0">
                          <a:solidFill>
                            <a:srgbClr val="000000"/>
                          </a:solidFill>
                        </a:rPr>
                        <a:t>21 NOV 25</a:t>
                      </a:r>
                      <a:endParaRPr lang="en-US"/>
                    </a:p>
                  </a:txBody>
                  <a:tcPr anchor="ctr"/>
                </a:tc>
                <a:tc>
                  <a:txBody>
                    <a:bodyPr/>
                    <a:lstStyle/>
                    <a:p>
                      <a:pPr lvl="0">
                        <a:buNone/>
                      </a:pPr>
                      <a:r>
                        <a:rPr lang="en-US" sz="1200" b="0" i="0" u="none" strike="noStrike" noProof="0">
                          <a:solidFill>
                            <a:srgbClr val="000000"/>
                          </a:solidFill>
                          <a:latin typeface="Arial"/>
                        </a:rPr>
                        <a:t>BID</a:t>
                      </a:r>
                      <a:endParaRPr lang="en-US"/>
                    </a:p>
                  </a:txBody>
                  <a:tcPr anchor="ctr"/>
                </a:tc>
                <a:extLst>
                  <a:ext uri="{0D108BD9-81ED-4DB2-BD59-A6C34878D82A}">
                    <a16:rowId xmlns:a16="http://schemas.microsoft.com/office/drawing/2014/main" val="3640023967"/>
                  </a:ext>
                </a:extLst>
              </a:tr>
              <a:tr h="450891">
                <a:tc>
                  <a:txBody>
                    <a:bodyPr/>
                    <a:lstStyle/>
                    <a:p>
                      <a:pPr lvl="0">
                        <a:buNone/>
                      </a:pPr>
                      <a:r>
                        <a:rPr lang="en-US" sz="1200" b="0" i="0" u="none" strike="noStrike" noProof="0">
                          <a:latin typeface="Arial"/>
                        </a:rPr>
                        <a:t>A254-P030 xTechOverwatch Open Topic</a:t>
                      </a:r>
                    </a:p>
                    <a:p>
                      <a:pPr lvl="0">
                        <a:buNone/>
                      </a:pPr>
                      <a:r>
                        <a:rPr lang="en-US" sz="1200" b="0" i="0" u="none" strike="noStrike" noProof="0">
                          <a:latin typeface="Arial"/>
                        </a:rPr>
                        <a:t>Lead: Eric</a:t>
                      </a:r>
                    </a:p>
                  </a:txBody>
                  <a:tcPr anchor="ctr"/>
                </a:tc>
                <a:tc>
                  <a:txBody>
                    <a:bodyPr/>
                    <a:lstStyle/>
                    <a:p>
                      <a:pPr lvl="0">
                        <a:buNone/>
                      </a:pPr>
                      <a:r>
                        <a:rPr lang="en-US"/>
                        <a:t>SBIR</a:t>
                      </a:r>
                    </a:p>
                  </a:txBody>
                  <a:tcPr anchor="ctr"/>
                </a:tc>
                <a:tc>
                  <a:txBody>
                    <a:bodyPr/>
                    <a:lstStyle/>
                    <a:p>
                      <a:pPr lvl="0">
                        <a:buNone/>
                      </a:pPr>
                      <a:r>
                        <a:rPr lang="en-US" sz="1200" b="0" i="0" u="none" strike="noStrike" noProof="0">
                          <a:solidFill>
                            <a:srgbClr val="000000"/>
                          </a:solidFill>
                        </a:rPr>
                        <a:t>14 NOV 25</a:t>
                      </a:r>
                      <a:endParaRPr lang="en-US"/>
                    </a:p>
                  </a:txBody>
                  <a:tcPr anchor="ctr"/>
                </a:tc>
                <a:tc>
                  <a:txBody>
                    <a:bodyPr/>
                    <a:lstStyle/>
                    <a:p>
                      <a:pPr lvl="0">
                        <a:buNone/>
                      </a:pPr>
                      <a:r>
                        <a:rPr lang="en-US" sz="1200" b="0" i="0" u="none" strike="noStrike" noProof="0">
                          <a:latin typeface="Arial"/>
                        </a:rPr>
                        <a:t>21 NOV 25</a:t>
                      </a:r>
                      <a:endParaRPr lang="en-US"/>
                    </a:p>
                  </a:txBody>
                  <a:tcPr anchor="ctr"/>
                </a:tc>
                <a:tc>
                  <a:txBody>
                    <a:bodyPr/>
                    <a:lstStyle/>
                    <a:p>
                      <a:pPr lvl="0">
                        <a:buNone/>
                      </a:pPr>
                      <a:r>
                        <a:rPr lang="en-US" sz="1200" b="0" i="0" u="none" strike="noStrike" noProof="0">
                          <a:latin typeface="Arial"/>
                        </a:rPr>
                        <a:t>24 NOV 25</a:t>
                      </a:r>
                      <a:endParaRPr lang="en-US"/>
                    </a:p>
                  </a:txBody>
                  <a:tcPr anchor="ctr"/>
                </a:tc>
                <a:tc>
                  <a:txBody>
                    <a:bodyPr/>
                    <a:lstStyle/>
                    <a:p>
                      <a:pPr lvl="0">
                        <a:buNone/>
                      </a:pPr>
                      <a:r>
                        <a:rPr lang="en-US" sz="1200" b="0" i="0" u="none" strike="noStrike" noProof="0">
                          <a:latin typeface="Arial"/>
                        </a:rPr>
                        <a:t>25 NOV 25</a:t>
                      </a:r>
                      <a:endParaRPr lang="en-US"/>
                    </a:p>
                  </a:txBody>
                  <a:tcPr anchor="ctr"/>
                </a:tc>
                <a:tc>
                  <a:txBody>
                    <a:bodyPr/>
                    <a:lstStyle/>
                    <a:p>
                      <a:pPr lvl="0">
                        <a:buNone/>
                      </a:pPr>
                      <a:r>
                        <a:rPr lang="en-US" sz="1200" b="0" i="0" u="none" strike="noStrike" noProof="0">
                          <a:solidFill>
                            <a:srgbClr val="000000"/>
                          </a:solidFill>
                        </a:rPr>
                        <a:t>25 NOV 25</a:t>
                      </a:r>
                      <a:endParaRPr lang="en-US"/>
                    </a:p>
                  </a:txBody>
                  <a:tcPr anchor="ctr"/>
                </a:tc>
                <a:tc>
                  <a:txBody>
                    <a:bodyPr/>
                    <a:lstStyle/>
                    <a:p>
                      <a:pPr lvl="0">
                        <a:buNone/>
                      </a:pPr>
                      <a:r>
                        <a:rPr lang="en-US" sz="1200" b="0" i="0" u="none" strike="noStrike" noProof="0">
                          <a:solidFill>
                            <a:srgbClr val="000000"/>
                          </a:solidFill>
                          <a:latin typeface="Arial"/>
                        </a:rPr>
                        <a:t>BID</a:t>
                      </a:r>
                      <a:endParaRPr lang="en-US"/>
                    </a:p>
                  </a:txBody>
                  <a:tcPr anchor="ctr"/>
                </a:tc>
                <a:extLst>
                  <a:ext uri="{0D108BD9-81ED-4DB2-BD59-A6C34878D82A}">
                    <a16:rowId xmlns:a16="http://schemas.microsoft.com/office/drawing/2014/main" val="2947675469"/>
                  </a:ext>
                </a:extLst>
              </a:tr>
              <a:tr h="761505">
                <a:tc>
                  <a:txBody>
                    <a:bodyPr/>
                    <a:lstStyle/>
                    <a:p>
                      <a:pPr lvl="0">
                        <a:buNone/>
                      </a:pPr>
                      <a:r>
                        <a:rPr lang="en-US" sz="1200" b="0" i="0" u="none" strike="noStrike" noProof="0"/>
                        <a:t>FY26 Technology Operational Experimentation Events (TOEE)</a:t>
                      </a:r>
                      <a:endParaRPr lang="en-US"/>
                    </a:p>
                  </a:txBody>
                  <a:tcPr anchor="ctr"/>
                </a:tc>
                <a:tc>
                  <a:txBody>
                    <a:bodyPr/>
                    <a:lstStyle/>
                    <a:p>
                      <a:pPr lvl="0">
                        <a:buNone/>
                      </a:pPr>
                      <a:r>
                        <a:rPr lang="en-US"/>
                        <a:t>Exercise</a:t>
                      </a:r>
                    </a:p>
                  </a:txBody>
                  <a:tcPr anchor="ctr"/>
                </a:tc>
                <a:tc>
                  <a:txBody>
                    <a:bodyPr/>
                    <a:lstStyle/>
                    <a:p>
                      <a:pPr lvl="0">
                        <a:buNone/>
                      </a:pPr>
                      <a:r>
                        <a:rPr lang="en-US" sz="1200" b="0" i="0" u="none" strike="noStrike" noProof="0">
                          <a:solidFill>
                            <a:srgbClr val="000000"/>
                          </a:solidFill>
                        </a:rPr>
                        <a:t>20 NOV 25</a:t>
                      </a:r>
                      <a:endParaRPr lang="en-US"/>
                    </a:p>
                  </a:txBody>
                  <a:tcPr anchor="ctr"/>
                </a:tc>
                <a:tc>
                  <a:txBody>
                    <a:bodyPr/>
                    <a:lstStyle/>
                    <a:p>
                      <a:pPr lvl="0">
                        <a:buNone/>
                      </a:pPr>
                      <a:r>
                        <a:rPr lang="en-US" sz="1200" b="0" i="0" u="none" strike="noStrike" noProof="0">
                          <a:solidFill>
                            <a:srgbClr val="000000"/>
                          </a:solidFill>
                        </a:rPr>
                        <a:t>20 NOV 25</a:t>
                      </a:r>
                      <a:endParaRPr lang="en-US"/>
                    </a:p>
                  </a:txBody>
                  <a:tcPr anchor="ctr"/>
                </a:tc>
                <a:tc>
                  <a:txBody>
                    <a:bodyPr/>
                    <a:lstStyle/>
                    <a:p>
                      <a:pPr lvl="0">
                        <a:buNone/>
                      </a:pPr>
                      <a:r>
                        <a:rPr lang="en-US" sz="1200" b="0" i="0" u="none" strike="noStrike" noProof="0">
                          <a:solidFill>
                            <a:srgbClr val="000000"/>
                          </a:solidFill>
                        </a:rPr>
                        <a:t>20 NOV 25</a:t>
                      </a:r>
                      <a:endParaRPr lang="en-US"/>
                    </a:p>
                  </a:txBody>
                  <a:tcPr anchor="ctr"/>
                </a:tc>
                <a:tc>
                  <a:txBody>
                    <a:bodyPr/>
                    <a:lstStyle/>
                    <a:p>
                      <a:pPr lvl="0">
                        <a:buNone/>
                      </a:pPr>
                      <a:endParaRPr lang="en-US"/>
                    </a:p>
                  </a:txBody>
                  <a:tcPr anchor="ctr"/>
                </a:tc>
                <a:tc>
                  <a:txBody>
                    <a:bodyPr/>
                    <a:lstStyle/>
                    <a:p>
                      <a:pPr lvl="0">
                        <a:buNone/>
                      </a:pPr>
                      <a:r>
                        <a:rPr lang="en-US" sz="1200" b="0" i="0" u="none" strike="noStrike" noProof="0">
                          <a:solidFill>
                            <a:srgbClr val="000000"/>
                          </a:solidFill>
                        </a:rPr>
                        <a:t>21 NOV 25</a:t>
                      </a:r>
                      <a:endParaRPr lang="en-US"/>
                    </a:p>
                  </a:txBody>
                  <a:tcPr anchor="ctr"/>
                </a:tc>
                <a:tc>
                  <a:txBody>
                    <a:bodyPr/>
                    <a:lstStyle/>
                    <a:p>
                      <a:pPr lvl="0">
                        <a:buNone/>
                      </a:pPr>
                      <a:r>
                        <a:rPr lang="en-US" sz="1200" b="0" i="0" u="none" strike="noStrike" noProof="0">
                          <a:solidFill>
                            <a:srgbClr val="000000"/>
                          </a:solidFill>
                          <a:latin typeface="Arial"/>
                        </a:rPr>
                        <a:t>BID</a:t>
                      </a:r>
                      <a:endParaRPr lang="en-US"/>
                    </a:p>
                  </a:txBody>
                  <a:tcPr anchor="ctr"/>
                </a:tc>
                <a:extLst>
                  <a:ext uri="{0D108BD9-81ED-4DB2-BD59-A6C34878D82A}">
                    <a16:rowId xmlns:a16="http://schemas.microsoft.com/office/drawing/2014/main" val="2238326239"/>
                  </a:ext>
                </a:extLst>
              </a:tr>
            </a:tbl>
          </a:graphicData>
        </a:graphic>
      </p:graphicFrame>
      <p:sp>
        <p:nvSpPr>
          <p:cNvPr id="2" name="TextBox 1">
            <a:extLst>
              <a:ext uri="{FF2B5EF4-FFF2-40B4-BE49-F238E27FC236}">
                <a16:creationId xmlns:a16="http://schemas.microsoft.com/office/drawing/2014/main" id="{2E551BE3-5D5C-455B-D9BD-75EFD7E34812}"/>
              </a:ext>
            </a:extLst>
          </p:cNvPr>
          <p:cNvSpPr txBox="1"/>
          <p:nvPr/>
        </p:nvSpPr>
        <p:spPr>
          <a:xfrm>
            <a:off x="10629900" y="282172"/>
            <a:ext cx="1597784" cy="523220"/>
          </a:xfrm>
          <a:prstGeom prst="rect">
            <a:avLst/>
          </a:prstGeom>
          <a:noFill/>
        </p:spPr>
        <p:txBody>
          <a:bodyPr wrap="square" lIns="91440" tIns="45720" rIns="91440" bIns="45720" rtlCol="0" anchor="t">
            <a:spAutoFit/>
          </a:bodyPr>
          <a:lstStyle/>
          <a:p>
            <a:pPr algn="ctr"/>
            <a:r>
              <a:rPr lang="en-US" sz="1400">
                <a:solidFill>
                  <a:schemeClr val="bg1"/>
                </a:solidFill>
              </a:rPr>
              <a:t>As of: 11/6/25</a:t>
            </a:r>
            <a:endParaRPr lang="en-US" sz="1400">
              <a:solidFill>
                <a:schemeClr val="bg1"/>
              </a:solidFill>
              <a:cs typeface="Arial"/>
            </a:endParaRPr>
          </a:p>
          <a:p>
            <a:pPr algn="ctr"/>
            <a:endParaRPr lang="en-US" sz="1400">
              <a:solidFill>
                <a:schemeClr val="bg1"/>
              </a:solidFill>
              <a:cs typeface="Arial"/>
            </a:endParaRPr>
          </a:p>
        </p:txBody>
      </p:sp>
    </p:spTree>
    <p:extLst>
      <p:ext uri="{BB962C8B-B14F-4D97-AF65-F5344CB8AC3E}">
        <p14:creationId xmlns:p14="http://schemas.microsoft.com/office/powerpoint/2010/main" val="4145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828">
          <a:extLst>
            <a:ext uri="{FF2B5EF4-FFF2-40B4-BE49-F238E27FC236}">
              <a16:creationId xmlns:a16="http://schemas.microsoft.com/office/drawing/2014/main" id="{7353DF93-EEB0-9E50-01A0-1B64E4E53EA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C4C6CFE-BCC4-1FD7-2203-61C65DC87A0E}"/>
              </a:ext>
            </a:extLst>
          </p:cNvPr>
          <p:cNvPicPr>
            <a:picLocks noChangeAspect="1"/>
          </p:cNvPicPr>
          <p:nvPr/>
        </p:nvPicPr>
        <p:blipFill>
          <a:blip r:embed="rId3"/>
          <a:stretch>
            <a:fillRect/>
          </a:stretch>
        </p:blipFill>
        <p:spPr>
          <a:xfrm>
            <a:off x="14601" y="6472279"/>
            <a:ext cx="12179136" cy="382857"/>
          </a:xfrm>
          <a:prstGeom prst="rect">
            <a:avLst/>
          </a:prstGeom>
        </p:spPr>
      </p:pic>
      <p:sp>
        <p:nvSpPr>
          <p:cNvPr id="5" name="bg object 16">
            <a:extLst>
              <a:ext uri="{FF2B5EF4-FFF2-40B4-BE49-F238E27FC236}">
                <a16:creationId xmlns:a16="http://schemas.microsoft.com/office/drawing/2014/main" id="{9F5F246D-3C2B-F436-584F-A8E3C5D0D93D}"/>
              </a:ext>
            </a:extLst>
          </p:cNvPr>
          <p:cNvSpPr/>
          <p:nvPr/>
        </p:nvSpPr>
        <p:spPr>
          <a:xfrm>
            <a:off x="0" y="2866"/>
            <a:ext cx="12192000" cy="596159"/>
          </a:xfrm>
          <a:custGeom>
            <a:avLst/>
            <a:gdLst/>
            <a:ahLst/>
            <a:cxnLst/>
            <a:rect l="l" t="t" r="r" b="b"/>
            <a:pathLst>
              <a:path w="7772400" h="1002665">
                <a:moveTo>
                  <a:pt x="0" y="1002242"/>
                </a:moveTo>
                <a:lnTo>
                  <a:pt x="7772248" y="1002242"/>
                </a:lnTo>
                <a:lnTo>
                  <a:pt x="7772248" y="0"/>
                </a:lnTo>
                <a:lnTo>
                  <a:pt x="0" y="0"/>
                </a:lnTo>
                <a:lnTo>
                  <a:pt x="0" y="1002242"/>
                </a:lnTo>
                <a:close/>
              </a:path>
            </a:pathLst>
          </a:custGeom>
          <a:solidFill>
            <a:srgbClr val="574B7C"/>
          </a:solidFill>
        </p:spPr>
        <p:txBody>
          <a:bodyPr wrap="square" lIns="0" tIns="0" rIns="0" bIns="0" rtlCol="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377">
              <a:defRPr/>
            </a:pPr>
            <a:endParaRPr sz="1051">
              <a:ea typeface="+mn-ea"/>
            </a:endParaRPr>
          </a:p>
        </p:txBody>
      </p:sp>
      <p:sp>
        <p:nvSpPr>
          <p:cNvPr id="834" name="Google Shape;834;p23">
            <a:extLst>
              <a:ext uri="{FF2B5EF4-FFF2-40B4-BE49-F238E27FC236}">
                <a16:creationId xmlns:a16="http://schemas.microsoft.com/office/drawing/2014/main" id="{0B1E57F1-B482-299C-6099-741843FC3103}"/>
              </a:ext>
            </a:extLst>
          </p:cNvPr>
          <p:cNvSpPr txBox="1"/>
          <p:nvPr/>
        </p:nvSpPr>
        <p:spPr>
          <a:xfrm>
            <a:off x="0" y="0"/>
            <a:ext cx="12192000" cy="57579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914377">
              <a:defRPr/>
            </a:pPr>
            <a:r>
              <a:rPr lang="en-US" sz="2800" b="1">
                <a:solidFill>
                  <a:srgbClr val="FFFFFF"/>
                </a:solidFill>
                <a:ea typeface="+mn-lt"/>
                <a:cs typeface="+mn-lt"/>
                <a:sym typeface="Avenir"/>
              </a:rPr>
              <a:t>CTO</a:t>
            </a:r>
            <a:endParaRPr lang="en-US" sz="1200" b="1">
              <a:solidFill>
                <a:srgbClr val="FFFFFF"/>
              </a:solidFill>
              <a:ea typeface="+mn-lt"/>
              <a:cs typeface="+mn-lt"/>
              <a:sym typeface="Avenir"/>
            </a:endParaRPr>
          </a:p>
          <a:p>
            <a:pPr algn="ctr" defTabSz="914377">
              <a:defRPr/>
            </a:pPr>
            <a:r>
              <a:rPr lang="en-US" sz="1200" b="1">
                <a:solidFill>
                  <a:schemeClr val="bg1"/>
                </a:solidFill>
                <a:ea typeface="+mn-lt"/>
                <a:cs typeface="+mn-lt"/>
                <a:sym typeface="Avenir"/>
              </a:rPr>
              <a:t>Riaan Gouws</a:t>
            </a:r>
          </a:p>
        </p:txBody>
      </p:sp>
      <p:sp>
        <p:nvSpPr>
          <p:cNvPr id="8" name="TextBox 7">
            <a:extLst>
              <a:ext uri="{FF2B5EF4-FFF2-40B4-BE49-F238E27FC236}">
                <a16:creationId xmlns:a16="http://schemas.microsoft.com/office/drawing/2014/main" id="{7F762AF2-E938-E847-CB7F-BFC5EAD2011F}"/>
              </a:ext>
            </a:extLst>
          </p:cNvPr>
          <p:cNvSpPr txBox="1"/>
          <p:nvPr/>
        </p:nvSpPr>
        <p:spPr>
          <a:xfrm>
            <a:off x="102456" y="599025"/>
            <a:ext cx="5985373" cy="3185487"/>
          </a:xfrm>
          <a:prstGeom prst="rect">
            <a:avLst/>
          </a:prstGeom>
          <a:noFill/>
        </p:spPr>
        <p:txBody>
          <a:bodyPr wrap="square" lIns="91440" tIns="45720" rIns="91440" bIns="45720" anchor="t">
            <a:spAutoFit/>
          </a:bodyPr>
          <a:lstStyle/>
          <a:p>
            <a:r>
              <a:rPr lang="en-US" b="1" u="sng"/>
              <a:t>Objectives</a:t>
            </a:r>
          </a:p>
          <a:p>
            <a:pPr marL="285750" indent="-285750">
              <a:buFont typeface="Arial" panose="020B0604020202020204" pitchFamily="34" charset="0"/>
              <a:buChar char="•"/>
            </a:pPr>
            <a:r>
              <a:rPr lang="en-US" sz="1500"/>
              <a:t>Accelerate product delivery with a focus on speed, quality, and certification readiness</a:t>
            </a: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Embed security and resilience across all products, ensuring regulatory compliance</a:t>
            </a: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Unify engineering execution through streamlined DevSecOps processes</a:t>
            </a: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Build technical excellence by developing a high-performing, cross-functional engineering team</a:t>
            </a:r>
          </a:p>
          <a:p>
            <a:endParaRPr lang="en-US" b="1" u="sng">
              <a:cs typeface="Arial"/>
            </a:endParaRPr>
          </a:p>
        </p:txBody>
      </p:sp>
      <p:sp>
        <p:nvSpPr>
          <p:cNvPr id="2" name="TextBox 1">
            <a:extLst>
              <a:ext uri="{FF2B5EF4-FFF2-40B4-BE49-F238E27FC236}">
                <a16:creationId xmlns:a16="http://schemas.microsoft.com/office/drawing/2014/main" id="{232C8B39-0E97-93EB-6CB9-2D42678C5869}"/>
              </a:ext>
            </a:extLst>
          </p:cNvPr>
          <p:cNvSpPr txBox="1"/>
          <p:nvPr/>
        </p:nvSpPr>
        <p:spPr>
          <a:xfrm>
            <a:off x="10629900" y="282172"/>
            <a:ext cx="1597784" cy="307777"/>
          </a:xfrm>
          <a:prstGeom prst="rect">
            <a:avLst/>
          </a:prstGeom>
          <a:noFill/>
        </p:spPr>
        <p:txBody>
          <a:bodyPr wrap="square" lIns="91440" tIns="45720" rIns="91440" bIns="45720" rtlCol="0" anchor="t">
            <a:spAutoFit/>
          </a:bodyPr>
          <a:lstStyle/>
          <a:p>
            <a:pPr algn="ctr"/>
            <a:r>
              <a:rPr lang="en-US" sz="1400">
                <a:solidFill>
                  <a:schemeClr val="bg1"/>
                </a:solidFill>
              </a:rPr>
              <a:t>As of: 11/14/25</a:t>
            </a:r>
          </a:p>
        </p:txBody>
      </p:sp>
      <p:cxnSp>
        <p:nvCxnSpPr>
          <p:cNvPr id="6" name="Straight Connector 5">
            <a:extLst>
              <a:ext uri="{FF2B5EF4-FFF2-40B4-BE49-F238E27FC236}">
                <a16:creationId xmlns:a16="http://schemas.microsoft.com/office/drawing/2014/main" id="{FBBB4D88-8344-5B72-1B35-6FD98651536D}"/>
              </a:ext>
            </a:extLst>
          </p:cNvPr>
          <p:cNvCxnSpPr>
            <a:cxnSpLocks/>
            <a:stCxn id="834" idx="2"/>
            <a:endCxn id="4" idx="0"/>
          </p:cNvCxnSpPr>
          <p:nvPr/>
        </p:nvCxnSpPr>
        <p:spPr>
          <a:xfrm>
            <a:off x="6096000" y="575794"/>
            <a:ext cx="8169" cy="5896485"/>
          </a:xfrm>
          <a:prstGeom prst="line">
            <a:avLst/>
          </a:prstGeom>
          <a:ln w="1905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E7C7453-7949-34FE-6B68-4C49D91DAD9D}"/>
              </a:ext>
            </a:extLst>
          </p:cNvPr>
          <p:cNvCxnSpPr>
            <a:cxnSpLocks/>
          </p:cNvCxnSpPr>
          <p:nvPr/>
        </p:nvCxnSpPr>
        <p:spPr>
          <a:xfrm>
            <a:off x="0" y="3513762"/>
            <a:ext cx="12192000"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5E4B7F3C-496C-008E-DBC1-E67D5D40A2EC}"/>
              </a:ext>
            </a:extLst>
          </p:cNvPr>
          <p:cNvSpPr txBox="1"/>
          <p:nvPr/>
        </p:nvSpPr>
        <p:spPr>
          <a:xfrm>
            <a:off x="6188524" y="599025"/>
            <a:ext cx="5891088" cy="2954655"/>
          </a:xfrm>
          <a:prstGeom prst="rect">
            <a:avLst/>
          </a:prstGeom>
          <a:noFill/>
        </p:spPr>
        <p:txBody>
          <a:bodyPr wrap="square" lIns="91440" tIns="45720" rIns="91440" bIns="45720" anchor="t">
            <a:spAutoFit/>
          </a:bodyPr>
          <a:lstStyle/>
          <a:p>
            <a:r>
              <a:rPr lang="en-US" b="1" u="sng"/>
              <a:t>Accomplishments</a:t>
            </a:r>
          </a:p>
          <a:p>
            <a:pPr marL="285750" indent="-285750">
              <a:buFont typeface="Arial" panose="020B0604020202020204" pitchFamily="34" charset="0"/>
              <a:buChar char="•"/>
            </a:pPr>
            <a:r>
              <a:rPr lang="en-US" sz="1500"/>
              <a:t>Approval obtained to hire 2 EE candidates, 1x embedded and 1 electrical</a:t>
            </a:r>
            <a:endParaRPr lang="en-US" sz="1500">
              <a:cs typeface="Arial"/>
            </a:endParaRP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Successful call with T2COM CTO</a:t>
            </a:r>
            <a:endParaRPr lang="en-US" sz="1500">
              <a:cs typeface="Arial"/>
            </a:endParaRP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Completed review of Rogue space communication architecture. Rogue switched to S-Band, now receiving promising data. More investigation underway.</a:t>
            </a:r>
            <a:endParaRPr lang="en-US" sz="1500">
              <a:cs typeface="Arial"/>
            </a:endParaRPr>
          </a:p>
          <a:p>
            <a:pPr marL="285750" indent="-285750">
              <a:buFont typeface="Arial" panose="020B0604020202020204" pitchFamily="34" charset="0"/>
              <a:buChar char="•"/>
            </a:pPr>
            <a:endParaRPr lang="en-US" sz="1500">
              <a:cs typeface="Arial"/>
            </a:endParaRPr>
          </a:p>
          <a:p>
            <a:pPr marL="285750" indent="-285750">
              <a:buFont typeface="Arial" panose="020B0604020202020204" pitchFamily="34" charset="0"/>
              <a:buChar char="•"/>
            </a:pPr>
            <a:endParaRPr lang="en-US" sz="1500">
              <a:cs typeface="Arial"/>
            </a:endParaRPr>
          </a:p>
          <a:p>
            <a:pPr marL="285750" indent="-285750">
              <a:buFont typeface="Arial" panose="020B0604020202020204" pitchFamily="34" charset="0"/>
              <a:buChar char="•"/>
            </a:pPr>
            <a:endParaRPr lang="en-US">
              <a:cs typeface="Arial"/>
            </a:endParaRPr>
          </a:p>
        </p:txBody>
      </p:sp>
      <p:sp>
        <p:nvSpPr>
          <p:cNvPr id="15" name="TextBox 14">
            <a:extLst>
              <a:ext uri="{FF2B5EF4-FFF2-40B4-BE49-F238E27FC236}">
                <a16:creationId xmlns:a16="http://schemas.microsoft.com/office/drawing/2014/main" id="{44723E2B-B56B-36B0-309D-765285F3C412}"/>
              </a:ext>
            </a:extLst>
          </p:cNvPr>
          <p:cNvSpPr txBox="1"/>
          <p:nvPr/>
        </p:nvSpPr>
        <p:spPr>
          <a:xfrm>
            <a:off x="109181" y="3557541"/>
            <a:ext cx="5891088" cy="2677656"/>
          </a:xfrm>
          <a:prstGeom prst="rect">
            <a:avLst/>
          </a:prstGeom>
          <a:noFill/>
        </p:spPr>
        <p:txBody>
          <a:bodyPr wrap="square" lIns="91440" tIns="45720" rIns="91440" bIns="45720" anchor="t">
            <a:spAutoFit/>
          </a:bodyPr>
          <a:lstStyle/>
          <a:p>
            <a:r>
              <a:rPr lang="en-US" b="1" u="sng"/>
              <a:t>In-Progress</a:t>
            </a:r>
          </a:p>
          <a:p>
            <a:pPr marL="285750" indent="-285750">
              <a:buFont typeface="Arial" panose="020B0604020202020204" pitchFamily="34" charset="0"/>
              <a:buChar char="•"/>
            </a:pPr>
            <a:r>
              <a:rPr lang="en-US" sz="1500"/>
              <a:t>Drafted mechanical engineering versioning system – under peer review</a:t>
            </a:r>
            <a:endParaRPr lang="en-US" sz="1500">
              <a:cs typeface="Arial"/>
            </a:endParaRP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Interviewing for additional engineers</a:t>
            </a: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Isidore Space </a:t>
            </a:r>
            <a:r>
              <a:rPr lang="en-US" sz="1500" err="1"/>
              <a:t>ComSec</a:t>
            </a:r>
            <a:r>
              <a:rPr lang="en-US" sz="1500"/>
              <a:t> investigations continue. Awaiting access to ground station for additional local logs and telemetry. </a:t>
            </a:r>
            <a:endParaRPr lang="en-US" sz="1500">
              <a:cs typeface="Arial"/>
            </a:endParaRP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endParaRPr lang="en-US" sz="1500"/>
          </a:p>
          <a:p>
            <a:endParaRPr lang="en-US" sz="1500"/>
          </a:p>
        </p:txBody>
      </p:sp>
      <p:sp>
        <p:nvSpPr>
          <p:cNvPr id="16" name="TextBox 15">
            <a:extLst>
              <a:ext uri="{FF2B5EF4-FFF2-40B4-BE49-F238E27FC236}">
                <a16:creationId xmlns:a16="http://schemas.microsoft.com/office/drawing/2014/main" id="{7B05F637-0484-2F47-C12F-229ACCF09A8A}"/>
              </a:ext>
            </a:extLst>
          </p:cNvPr>
          <p:cNvSpPr txBox="1"/>
          <p:nvPr/>
        </p:nvSpPr>
        <p:spPr>
          <a:xfrm>
            <a:off x="6183857" y="3554596"/>
            <a:ext cx="5891088" cy="2215991"/>
          </a:xfrm>
          <a:prstGeom prst="rect">
            <a:avLst/>
          </a:prstGeom>
          <a:noFill/>
        </p:spPr>
        <p:txBody>
          <a:bodyPr wrap="square">
            <a:spAutoFit/>
          </a:bodyPr>
          <a:lstStyle/>
          <a:p>
            <a:r>
              <a:rPr lang="en-US" b="1" u="sng"/>
              <a:t>Risks/Needs</a:t>
            </a:r>
          </a:p>
          <a:p>
            <a:pPr marL="285750" indent="-285750">
              <a:buFont typeface="Arial" panose="020B0604020202020204" pitchFamily="34" charset="0"/>
              <a:buChar char="•"/>
            </a:pPr>
            <a:r>
              <a:rPr lang="en-US" sz="1500"/>
              <a:t>Phased approach needed to downsize </a:t>
            </a:r>
            <a:r>
              <a:rPr lang="en-US" sz="1500" err="1"/>
              <a:t>Smartbeam</a:t>
            </a:r>
            <a:r>
              <a:rPr lang="en-US" sz="1500"/>
              <a:t> QRC, third of current size for GDIT, then cigarette pack size target for Navy TPOC – Risk of meeting TPOC’s aggressive expectations.</a:t>
            </a:r>
          </a:p>
          <a:p>
            <a:pPr marL="285750" indent="-285750">
              <a:buFont typeface="Arial" panose="020B0604020202020204" pitchFamily="34" charset="0"/>
              <a:buChar char="•"/>
            </a:pPr>
            <a:endParaRPr lang="en-US" sz="1500"/>
          </a:p>
          <a:p>
            <a:pPr marL="285750" indent="-285750">
              <a:buFont typeface="Arial" panose="020B0604020202020204" pitchFamily="34" charset="0"/>
              <a:buChar char="•"/>
            </a:pPr>
            <a:r>
              <a:rPr lang="en-US" sz="1500"/>
              <a:t>Scaling/staffing the Isidore team to support multiple work streams related to GTM, SBIRs, and strategic projects e.g. Project Kevin</a:t>
            </a:r>
          </a:p>
          <a:p>
            <a:pPr marL="285750" indent="-285750">
              <a:buFont typeface="Arial" panose="020B0604020202020204" pitchFamily="34" charset="0"/>
              <a:buChar char="•"/>
            </a:pPr>
            <a:endParaRPr lang="en-US" sz="1500"/>
          </a:p>
        </p:txBody>
      </p:sp>
    </p:spTree>
    <p:extLst>
      <p:ext uri="{BB962C8B-B14F-4D97-AF65-F5344CB8AC3E}">
        <p14:creationId xmlns:p14="http://schemas.microsoft.com/office/powerpoint/2010/main" val="16905199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Hot Iron_Onscreen">
  <a:themeElements>
    <a:clrScheme name="ISIDORE Quantum">
      <a:dk1>
        <a:srgbClr val="11335B"/>
      </a:dk1>
      <a:lt1>
        <a:srgbClr val="FFFFFF"/>
      </a:lt1>
      <a:dk2>
        <a:srgbClr val="000000"/>
      </a:dk2>
      <a:lt2>
        <a:srgbClr val="FFFFFF"/>
      </a:lt2>
      <a:accent1>
        <a:srgbClr val="8275B1"/>
      </a:accent1>
      <a:accent2>
        <a:srgbClr val="574B7C"/>
      </a:accent2>
      <a:accent3>
        <a:srgbClr val="999999"/>
      </a:accent3>
      <a:accent4>
        <a:srgbClr val="676767"/>
      </a:accent4>
      <a:accent5>
        <a:srgbClr val="63588D"/>
      </a:accent5>
      <a:accent6>
        <a:srgbClr val="919191"/>
      </a:accent6>
      <a:hlink>
        <a:srgbClr val="4A469D"/>
      </a:hlink>
      <a:folHlink>
        <a:srgbClr val="9B9AB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45720" tIns="45720" rIns="45720" bIns="45720" rtlCol="0" anchor="t">
        <a:spAutoFit/>
      </a:bodyPr>
      <a:lstStyle>
        <a:defPPr algn="l">
          <a:spcBef>
            <a:spcPts val="200"/>
          </a:spcBef>
          <a:buSzPct val="100000"/>
          <a:defRPr sz="1200" dirty="0" smtClean="0">
            <a:latin typeface="Open Sans Light" panose="020B0306030504020204" pitchFamily="34" charset="0"/>
            <a:ea typeface="Open Sans Light" panose="020B0306030504020204" pitchFamily="34" charset="0"/>
            <a:cs typeface="Open Sans Light" panose="020B0306030504020204" pitchFamily="34" charset="0"/>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2" id="{A7229E09-B91F-6A40-940D-2E7E7266AACE}" vid="{69C5CE43-BD4A-1149-A946-68AC54C7AFBC}"/>
    </a:ext>
  </a:extLst>
</a:theme>
</file>

<file path=ppt/theme/theme3.xml><?xml version="1.0" encoding="utf-8"?>
<a:theme xmlns:a="http://schemas.openxmlformats.org/drawingml/2006/main" name="1_Hot Iron_Onscreen">
  <a:themeElements>
    <a:clrScheme name="ISIDORE Quantum">
      <a:dk1>
        <a:srgbClr val="11335B"/>
      </a:dk1>
      <a:lt1>
        <a:srgbClr val="FFFFFF"/>
      </a:lt1>
      <a:dk2>
        <a:srgbClr val="000000"/>
      </a:dk2>
      <a:lt2>
        <a:srgbClr val="FFFFFF"/>
      </a:lt2>
      <a:accent1>
        <a:srgbClr val="8275B1"/>
      </a:accent1>
      <a:accent2>
        <a:srgbClr val="574B7C"/>
      </a:accent2>
      <a:accent3>
        <a:srgbClr val="999999"/>
      </a:accent3>
      <a:accent4>
        <a:srgbClr val="676767"/>
      </a:accent4>
      <a:accent5>
        <a:srgbClr val="63588D"/>
      </a:accent5>
      <a:accent6>
        <a:srgbClr val="919191"/>
      </a:accent6>
      <a:hlink>
        <a:srgbClr val="4A469D"/>
      </a:hlink>
      <a:folHlink>
        <a:srgbClr val="9B9AB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45720" tIns="45720" rIns="45720" bIns="45720" rtlCol="0" anchor="t">
        <a:spAutoFit/>
      </a:bodyPr>
      <a:lstStyle>
        <a:defPPr algn="l">
          <a:spcBef>
            <a:spcPts val="200"/>
          </a:spcBef>
          <a:buSzPct val="100000"/>
          <a:defRPr sz="1200" dirty="0" smtClean="0">
            <a:latin typeface="Open Sans Light" panose="020B0306030504020204" pitchFamily="34" charset="0"/>
            <a:ea typeface="Open Sans Light" panose="020B0306030504020204" pitchFamily="34" charset="0"/>
            <a:cs typeface="Open Sans Light" panose="020B0306030504020204" pitchFamily="34" charset="0"/>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2" id="{A7229E09-B91F-6A40-940D-2E7E7266AACE}" vid="{69C5CE43-BD4A-1149-A946-68AC54C7AFBC}"/>
    </a:ext>
  </a:extLst>
</a:theme>
</file>

<file path=ppt/theme/theme4.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01ab761-3af6-4c16-ba09-880e1e1a829d">
      <Terms xmlns="http://schemas.microsoft.com/office/infopath/2007/PartnerControls"/>
    </lcf76f155ced4ddcb4097134ff3c332f>
    <TaxCatchAll xmlns="8dac67ae-6f5d-4d44-a8c9-30726022ab0f" xsi:nil="true"/>
    <_Flow_SignoffStatus xmlns="f01ab761-3af6-4c16-ba09-880e1e1a829d" xsi:nil="true"/>
    <SharedWithUsers xmlns="8dac67ae-6f5d-4d44-a8c9-30726022ab0f">
      <UserInfo>
        <DisplayName>Eugene Brusov</DisplayName>
        <AccountId>30</AccountId>
        <AccountType/>
      </UserInfo>
      <UserInfo>
        <DisplayName>Errol Adolphe</DisplayName>
        <AccountId>722</AccountId>
        <AccountType/>
      </UserInfo>
      <UserInfo>
        <DisplayName>Melissa  Pugh</DisplayName>
        <AccountId>17</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58ECF62C38B44F84C1AE90997F0148" ma:contentTypeVersion="19" ma:contentTypeDescription="Create a new document." ma:contentTypeScope="" ma:versionID="ee51c694005fd97e22141689c149e405">
  <xsd:schema xmlns:xsd="http://www.w3.org/2001/XMLSchema" xmlns:xs="http://www.w3.org/2001/XMLSchema" xmlns:p="http://schemas.microsoft.com/office/2006/metadata/properties" xmlns:ns1="http://schemas.microsoft.com/sharepoint/v3" xmlns:ns2="f01ab761-3af6-4c16-ba09-880e1e1a829d" xmlns:ns3="8dac67ae-6f5d-4d44-a8c9-30726022ab0f" targetNamespace="http://schemas.microsoft.com/office/2006/metadata/properties" ma:root="true" ma:fieldsID="ab951b6e5cc8ae75c6359af0a0c3fcd8" ns1:_="" ns2:_="" ns3:_="">
    <xsd:import namespace="http://schemas.microsoft.com/sharepoint/v3"/>
    <xsd:import namespace="f01ab761-3af6-4c16-ba09-880e1e1a829d"/>
    <xsd:import namespace="8dac67ae-6f5d-4d44-a8c9-30726022ab0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_Flow_SignoffStatus" minOccurs="0"/>
                <xsd:element ref="ns2:MediaServiceLocation" minOccurs="0"/>
                <xsd:element ref="ns2:MediaServiceSearchPropertie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1ab761-3af6-4c16-ba09-880e1e1a82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1ddbf18-ae53-4fce-a37b-2e129a20983c"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descriptio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description="" ma:hidden="true" ma:internalName="MediaServiceObjectDetectorVersions" ma:readOnly="true">
      <xsd:simpleType>
        <xsd:restriction base="dms:Text"/>
      </xsd:simpleType>
    </xsd:element>
    <xsd:element name="_Flow_SignoffStatus" ma:index="21" nillable="true" ma:displayName="Sign-off status" ma:internalName="Sign_x002d_off_x0020_status">
      <xsd:simpleType>
        <xsd:restriction base="dms:Text"/>
      </xsd:simpleType>
    </xsd:element>
    <xsd:element name="MediaServiceLocation" ma:index="22" nillable="true" ma:displayName="Location" ma:descrip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dac67ae-6f5d-4d44-a8c9-30726022ab0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06f64d7-eecd-4ca2-9669-69bf348592c1}" ma:internalName="TaxCatchAll" ma:showField="CatchAllData" ma:web="8dac67ae-6f5d-4d44-a8c9-30726022ab0f">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EA11C3-2F39-4E55-98BC-15EC31284E54}">
  <ds:schemaRefs>
    <ds:schemaRef ds:uri="http://schemas.microsoft.com/sharepoint/v3/contenttype/forms"/>
  </ds:schemaRefs>
</ds:datastoreItem>
</file>

<file path=customXml/itemProps2.xml><?xml version="1.0" encoding="utf-8"?>
<ds:datastoreItem xmlns:ds="http://schemas.openxmlformats.org/officeDocument/2006/customXml" ds:itemID="{FF0E5BEC-44B5-447F-B8B6-8DD1EDC87C55}">
  <ds:schemaRefs>
    <ds:schemaRef ds:uri="8dac67ae-6f5d-4d44-a8c9-30726022ab0f"/>
    <ds:schemaRef ds:uri="f01ab761-3af6-4c16-ba09-880e1e1a82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9BBA26-3B93-4D58-ADB7-F890E438B446}">
  <ds:schemaRefs>
    <ds:schemaRef ds:uri="8dac67ae-6f5d-4d44-a8c9-30726022ab0f"/>
    <ds:schemaRef ds:uri="f01ab761-3af6-4c16-ba09-880e1e1a82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709</Words>
  <Application>Microsoft Office PowerPoint</Application>
  <PresentationFormat>Widescreen</PresentationFormat>
  <Paragraphs>220</Paragraphs>
  <Slides>6</Slides>
  <Notes>5</Notes>
  <HiddenSlides>1</HiddenSlides>
  <MMClips>0</MMClips>
  <ScaleCrop>false</ScaleCrop>
  <HeadingPairs>
    <vt:vector size="8" baseType="variant">
      <vt:variant>
        <vt:lpstr>Fonts Used</vt:lpstr>
      </vt:variant>
      <vt:variant>
        <vt:i4>16</vt:i4>
      </vt:variant>
      <vt:variant>
        <vt:lpstr>Theme</vt:lpstr>
      </vt:variant>
      <vt:variant>
        <vt:i4>3</vt:i4>
      </vt:variant>
      <vt:variant>
        <vt:lpstr>Embedded OLE Servers</vt:lpstr>
      </vt:variant>
      <vt:variant>
        <vt:i4>1</vt:i4>
      </vt:variant>
      <vt:variant>
        <vt:lpstr>Slide Titles</vt:lpstr>
      </vt:variant>
      <vt:variant>
        <vt:i4>6</vt:i4>
      </vt:variant>
    </vt:vector>
  </HeadingPairs>
  <TitlesOfParts>
    <vt:vector size="26" baseType="lpstr">
      <vt:lpstr>Arial</vt:lpstr>
      <vt:lpstr>Avenir</vt:lpstr>
      <vt:lpstr>Calibri</vt:lpstr>
      <vt:lpstr>Calibri Light</vt:lpstr>
      <vt:lpstr>Courier New</vt:lpstr>
      <vt:lpstr>Courier New,monospace</vt:lpstr>
      <vt:lpstr>Helvetica Neue</vt:lpstr>
      <vt:lpstr>Noto Sans Symbols</vt:lpstr>
      <vt:lpstr>Open Sans</vt:lpstr>
      <vt:lpstr>Poppins SemiBold</vt:lpstr>
      <vt:lpstr>Roboto</vt:lpstr>
      <vt:lpstr>Roboto Cn</vt:lpstr>
      <vt:lpstr>Roboto Lt</vt:lpstr>
      <vt:lpstr>Verdana</vt:lpstr>
      <vt:lpstr>Wingdings</vt:lpstr>
      <vt:lpstr>Wingdings 2</vt:lpstr>
      <vt:lpstr>White</vt:lpstr>
      <vt:lpstr>Hot Iron_Onscreen</vt:lpstr>
      <vt:lpstr>1_Hot Iron_Onscreen</vt:lpstr>
      <vt:lpstr>think-cell Slide</vt:lpstr>
      <vt:lpstr>PowerPoint Presentation</vt:lpstr>
      <vt:lpstr>AGENDA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Mark Cetola</cp:lastModifiedBy>
  <cp:revision>3</cp:revision>
  <dcterms:modified xsi:type="dcterms:W3CDTF">2025-11-21T15:44:21Z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c6fe5c-910d-479d-80da-aeda47162694_ActionId">
    <vt:lpwstr>3d0afa64-de9d-4180-95e4-94910aa89049</vt:lpwstr>
  </property>
  <property fmtid="{D5CDD505-2E9C-101B-9397-08002B2CF9AE}" pid="3" name="MediaServiceImageTags">
    <vt:lpwstr/>
  </property>
  <property fmtid="{D5CDD505-2E9C-101B-9397-08002B2CF9AE}" pid="4" name="MSIP_Label_36c6fe5c-910d-479d-80da-aeda47162694_ContentBits">
    <vt:lpwstr>0</vt:lpwstr>
  </property>
  <property fmtid="{D5CDD505-2E9C-101B-9397-08002B2CF9AE}" pid="5" name="ContentTypeId">
    <vt:lpwstr>0x0101007558ECF62C38B44F84C1AE90997F0148</vt:lpwstr>
  </property>
  <property fmtid="{D5CDD505-2E9C-101B-9397-08002B2CF9AE}" pid="6" name="MSIP_Label_36c6fe5c-910d-479d-80da-aeda47162694_Name">
    <vt:lpwstr>defa4170-0d19-0005-0001-bc88714345d2</vt:lpwstr>
  </property>
  <property fmtid="{D5CDD505-2E9C-101B-9397-08002B2CF9AE}" pid="7" name="MSIP_Label_36c6fe5c-910d-479d-80da-aeda47162694_SiteId">
    <vt:lpwstr>e621cde8-4b39-45aa-87a8-05c82dc3aaa7</vt:lpwstr>
  </property>
  <property fmtid="{D5CDD505-2E9C-101B-9397-08002B2CF9AE}" pid="8" name="MSIP_Label_36c6fe5c-910d-479d-80da-aeda47162694_Method">
    <vt:lpwstr>Standard</vt:lpwstr>
  </property>
  <property fmtid="{D5CDD505-2E9C-101B-9397-08002B2CF9AE}" pid="9" name="MSIP_Label_36c6fe5c-910d-479d-80da-aeda47162694_Enabled">
    <vt:lpwstr>true</vt:lpwstr>
  </property>
  <property fmtid="{D5CDD505-2E9C-101B-9397-08002B2CF9AE}" pid="10" name="MSIP_Label_36c6fe5c-910d-479d-80da-aeda47162694_SetDate">
    <vt:lpwstr>2024-01-11T16:05:53Z</vt:lpwstr>
  </property>
</Properties>
</file>